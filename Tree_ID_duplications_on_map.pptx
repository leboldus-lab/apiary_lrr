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ctr"/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fld id="{7BA9B6F0-AEBE-46CD-BDDA-8187ED739BDD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"/>
          <p:cNvGrpSpPr/>
          <p:nvPr/>
        </p:nvGrpSpPr>
        <p:grpSpPr>
          <a:xfrm>
            <a:off x="343440" y="-3240"/>
            <a:ext cx="4251960" cy="5669640"/>
            <a:chOff x="343440" y="-3240"/>
            <a:chExt cx="4251960" cy="5669640"/>
          </a:xfrm>
        </p:grpSpPr>
        <p:pic>
          <p:nvPicPr>
            <p:cNvPr id="42" name="" descr=""/>
            <p:cNvPicPr/>
            <p:nvPr/>
          </p:nvPicPr>
          <p:blipFill>
            <a:blip r:embed="rId1">
              <a:lum bright="20000" contrast="40000"/>
            </a:blip>
            <a:stretch/>
          </p:blipFill>
          <p:spPr>
            <a:xfrm>
              <a:off x="343440" y="-3240"/>
              <a:ext cx="4251960" cy="56696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43" name=""/>
          <p:cNvGrpSpPr/>
          <p:nvPr/>
        </p:nvGrpSpPr>
        <p:grpSpPr>
          <a:xfrm>
            <a:off x="4536000" y="-35640"/>
            <a:ext cx="5669640" cy="5786640"/>
            <a:chOff x="4536000" y="-35640"/>
            <a:chExt cx="5669640" cy="5786640"/>
          </a:xfrm>
        </p:grpSpPr>
        <p:grpSp>
          <p:nvGrpSpPr>
            <p:cNvPr id="44" name=""/>
            <p:cNvGrpSpPr/>
            <p:nvPr/>
          </p:nvGrpSpPr>
          <p:grpSpPr>
            <a:xfrm>
              <a:off x="4536000" y="-35640"/>
              <a:ext cx="5669640" cy="5669640"/>
              <a:chOff x="4536000" y="-35640"/>
              <a:chExt cx="5669640" cy="5669640"/>
            </a:xfrm>
          </p:grpSpPr>
          <p:pic>
            <p:nvPicPr>
              <p:cNvPr id="45" name="" descr=""/>
              <p:cNvPicPr/>
              <p:nvPr/>
            </p:nvPicPr>
            <p:blipFill>
              <a:blip r:embed="rId2"/>
              <a:stretch/>
            </p:blipFill>
            <p:spPr>
              <a:xfrm>
                <a:off x="4536000" y="-35640"/>
                <a:ext cx="5669640" cy="566964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46" name=""/>
              <p:cNvSpPr/>
              <p:nvPr/>
            </p:nvSpPr>
            <p:spPr>
              <a:xfrm>
                <a:off x="5751000" y="2093400"/>
                <a:ext cx="914400" cy="914400"/>
              </a:xfrm>
              <a:prstGeom prst="rect">
                <a:avLst/>
              </a:prstGeom>
              <a:noFill/>
              <a:ln w="19080">
                <a:solidFill>
                  <a:srgbClr val="12762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47" name=""/>
            <p:cNvSpPr txBox="1"/>
            <p:nvPr/>
          </p:nvSpPr>
          <p:spPr>
            <a:xfrm>
              <a:off x="7933680" y="5404680"/>
              <a:ext cx="333000" cy="3463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>
              <a:noAutofit/>
            </a:bodyPr>
            <a:p>
              <a:r>
                <a:rPr b="0" lang="en-US" sz="1800" spc="-1" strike="noStrike">
                  <a:latin typeface="Arial"/>
                </a:rPr>
                <a:t>A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48" name=""/>
            <p:cNvSpPr txBox="1"/>
            <p:nvPr/>
          </p:nvSpPr>
          <p:spPr>
            <a:xfrm>
              <a:off x="5294880" y="5404680"/>
              <a:ext cx="228600" cy="3463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>
              <a:noAutofit/>
            </a:bodyPr>
            <a:p>
              <a:r>
                <a:rPr b="0" lang="en-US" sz="1800" spc="-1" strike="noStrike">
                  <a:latin typeface="Arial"/>
                </a:rPr>
                <a:t>B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49" name=""/>
            <p:cNvSpPr txBox="1"/>
            <p:nvPr/>
          </p:nvSpPr>
          <p:spPr>
            <a:xfrm>
              <a:off x="6777360" y="5404680"/>
              <a:ext cx="345240" cy="3463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>
              <a:noAutofit/>
            </a:bodyPr>
            <a:p>
              <a:r>
                <a:rPr b="0" lang="en-US" sz="1800" spc="-1" strike="noStrike">
                  <a:latin typeface="Arial"/>
                </a:rPr>
                <a:t>C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50" name=""/>
            <p:cNvSpPr txBox="1"/>
            <p:nvPr/>
          </p:nvSpPr>
          <p:spPr>
            <a:xfrm>
              <a:off x="8834760" y="5404680"/>
              <a:ext cx="345240" cy="3463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>
              <a:noAutofit/>
            </a:bodyPr>
            <a:p>
              <a:r>
                <a:rPr b="0" lang="en-US" sz="1800" spc="-1" strike="noStrike">
                  <a:latin typeface="Arial"/>
                </a:rPr>
                <a:t>D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51" name=""/>
            <p:cNvSpPr txBox="1"/>
            <p:nvPr/>
          </p:nvSpPr>
          <p:spPr>
            <a:xfrm>
              <a:off x="6208200" y="5404680"/>
              <a:ext cx="228600" cy="3463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>
              <a:noAutofit/>
            </a:bodyPr>
            <a:p>
              <a:r>
                <a:rPr b="0" lang="en-US" sz="1800" spc="-1" strike="noStrike">
                  <a:latin typeface="Arial"/>
                </a:rPr>
                <a:t>E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52" name=""/>
            <p:cNvSpPr txBox="1"/>
            <p:nvPr/>
          </p:nvSpPr>
          <p:spPr>
            <a:xfrm>
              <a:off x="5971320" y="3539880"/>
              <a:ext cx="586080" cy="3463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>
              <a:noAutofit/>
            </a:bodyPr>
            <a:p>
              <a:r>
                <a:rPr b="0" lang="en-US" sz="1800" spc="-1" strike="noStrike">
                  <a:latin typeface="Arial"/>
                </a:rPr>
                <a:t>E3#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53" name=""/>
            <p:cNvSpPr txBox="1"/>
            <p:nvPr/>
          </p:nvSpPr>
          <p:spPr>
            <a:xfrm>
              <a:off x="5971320" y="1600200"/>
              <a:ext cx="586080" cy="3463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>
              <a:noAutofit/>
            </a:bodyPr>
            <a:p>
              <a:r>
                <a:rPr b="0" lang="en-US" sz="1800" spc="-1" strike="noStrike">
                  <a:latin typeface="Arial"/>
                </a:rPr>
                <a:t>E1#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54" name=""/>
            <p:cNvSpPr txBox="1"/>
            <p:nvPr/>
          </p:nvSpPr>
          <p:spPr>
            <a:xfrm>
              <a:off x="8702280" y="4646880"/>
              <a:ext cx="598320" cy="3463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>
              <a:noAutofit/>
            </a:bodyPr>
            <a:p>
              <a:r>
                <a:rPr b="0" lang="en-US" sz="1800" spc="-1" strike="noStrike">
                  <a:latin typeface="Arial"/>
                </a:rPr>
                <a:t>D4#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55" name=""/>
            <p:cNvSpPr txBox="1"/>
            <p:nvPr/>
          </p:nvSpPr>
          <p:spPr>
            <a:xfrm>
              <a:off x="8614800" y="3732480"/>
              <a:ext cx="685800" cy="3463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>
              <a:noAutofit/>
            </a:bodyPr>
            <a:p>
              <a:r>
                <a:rPr b="0" lang="en-US" sz="1800" spc="-1" strike="noStrike">
                  <a:latin typeface="Arial"/>
                </a:rPr>
                <a:t>D3#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56" name=""/>
            <p:cNvSpPr txBox="1"/>
            <p:nvPr/>
          </p:nvSpPr>
          <p:spPr>
            <a:xfrm>
              <a:off x="8810280" y="604080"/>
              <a:ext cx="598320" cy="3463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>
              <a:noAutofit/>
            </a:bodyPr>
            <a:p>
              <a:r>
                <a:rPr b="0" lang="en-US" sz="1800" spc="-1" strike="noStrike">
                  <a:latin typeface="Arial"/>
                </a:rPr>
                <a:t>D0#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57" name=""/>
            <p:cNvSpPr txBox="1"/>
            <p:nvPr/>
          </p:nvSpPr>
          <p:spPr>
            <a:xfrm>
              <a:off x="6894000" y="2661480"/>
              <a:ext cx="598320" cy="3463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>
              <a:noAutofit/>
            </a:bodyPr>
            <a:p>
              <a:r>
                <a:rPr b="0" lang="en-US" sz="1800" spc="-1" strike="noStrike">
                  <a:latin typeface="Arial"/>
                </a:rPr>
                <a:t>C2#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8494200" y="2093400"/>
              <a:ext cx="914400" cy="914400"/>
            </a:xfrm>
            <a:prstGeom prst="rect">
              <a:avLst/>
            </a:prstGeom>
            <a:noFill/>
            <a:ln w="19080">
              <a:solidFill>
                <a:srgbClr val="f10d0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" name=""/>
            <p:cNvSpPr/>
            <p:nvPr/>
          </p:nvSpPr>
          <p:spPr>
            <a:xfrm>
              <a:off x="5751000" y="4150800"/>
              <a:ext cx="914400" cy="914400"/>
            </a:xfrm>
            <a:prstGeom prst="rect">
              <a:avLst/>
            </a:prstGeom>
            <a:noFill/>
            <a:ln w="19080">
              <a:solidFill>
                <a:srgbClr val="127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LibreOffice/7.1.5.2$Windows_X86_64 LibreOffice_project/85f04e9f809797b8199d13c421bd8a2b025d52b5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2021-10-14T10:16:57Z</dcterms:created>
  <dc:creator/>
  <dc:description/>
  <dc:language>en-US</dc:language>
  <cp:lastModifiedBy/>
  <dcterms:modified xsi:type="dcterms:W3CDTF">2021-10-14T11:23:05Z</dcterms:modified>
  <cp:revision>5</cp:revision>
  <dc:subject/>
  <dc:title/>
</cp:coreProperties>
</file>