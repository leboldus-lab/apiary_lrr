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traight Connector 37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traight Connector 38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traight Connector 39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traight Connector 4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traight Connector 4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Straight Connector 4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traight Connector 43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traight Connector 44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traight Connector 45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Rectangle 46"/>
          <p:cNvSpPr/>
          <p:nvPr/>
        </p:nvSpPr>
        <p:spPr>
          <a:xfrm>
            <a:off x="22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327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047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961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7150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7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98600" y="4682880"/>
            <a:ext cx="528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619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533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4058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919400" y="5140080"/>
            <a:ext cx="793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57200" y="950400"/>
            <a:ext cx="1223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08600" y="1636200"/>
            <a:ext cx="1379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5120" y="234540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08600" y="3021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41800" y="3704400"/>
            <a:ext cx="1102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Straight Connector 62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Rectangle 63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Rectangle 64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55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Rectangle 67"/>
          <p:cNvSpPr/>
          <p:nvPr/>
        </p:nvSpPr>
        <p:spPr>
          <a:xfrm>
            <a:off x="346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575000" y="914400"/>
            <a:ext cx="8396280" cy="2511720"/>
            <a:chOff x="1575000" y="914400"/>
            <a:chExt cx="8396280" cy="2511720"/>
          </a:xfrm>
        </p:grpSpPr>
        <p:sp>
          <p:nvSpPr>
            <p:cNvPr id="69" name="Rectangle 69"/>
            <p:cNvSpPr/>
            <p:nvPr/>
          </p:nvSpPr>
          <p:spPr>
            <a:xfrm>
              <a:off x="5184000" y="914400"/>
              <a:ext cx="45568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Rectangle 70"/>
            <p:cNvSpPr/>
            <p:nvPr/>
          </p:nvSpPr>
          <p:spPr>
            <a:xfrm>
              <a:off x="5184000" y="1599840"/>
              <a:ext cx="45568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Rectangle 71"/>
            <p:cNvSpPr/>
            <p:nvPr/>
          </p:nvSpPr>
          <p:spPr>
            <a:xfrm>
              <a:off x="9500400" y="16347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500400" y="9489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67800" y="94896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860960" y="163584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576800" y="914400"/>
              <a:ext cx="36046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6" name="Rectangle 76"/>
            <p:cNvSpPr/>
            <p:nvPr/>
          </p:nvSpPr>
          <p:spPr>
            <a:xfrm>
              <a:off x="1576800" y="2286360"/>
              <a:ext cx="17758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Rectangle 77"/>
            <p:cNvSpPr/>
            <p:nvPr/>
          </p:nvSpPr>
          <p:spPr>
            <a:xfrm>
              <a:off x="1576800" y="1600560"/>
              <a:ext cx="360468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Rectangle 78"/>
            <p:cNvSpPr/>
            <p:nvPr/>
          </p:nvSpPr>
          <p:spPr>
            <a:xfrm>
              <a:off x="1575000" y="2971800"/>
              <a:ext cx="177768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" name="Group 79"/>
          <p:cNvGrpSpPr/>
          <p:nvPr/>
        </p:nvGrpSpPr>
        <p:grpSpPr>
          <a:xfrm>
            <a:off x="3355200" y="2286360"/>
            <a:ext cx="6635880" cy="1139760"/>
            <a:chOff x="3355200" y="2286360"/>
            <a:chExt cx="6635880" cy="1139760"/>
          </a:xfrm>
        </p:grpSpPr>
        <p:sp>
          <p:nvSpPr>
            <p:cNvPr id="80" name="Rectangle 80"/>
            <p:cNvSpPr/>
            <p:nvPr/>
          </p:nvSpPr>
          <p:spPr>
            <a:xfrm>
              <a:off x="3355200" y="2286360"/>
              <a:ext cx="6405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Rectangle 81"/>
            <p:cNvSpPr/>
            <p:nvPr/>
          </p:nvSpPr>
          <p:spPr>
            <a:xfrm>
              <a:off x="3355200" y="2971800"/>
              <a:ext cx="6405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Rectangle 82"/>
            <p:cNvSpPr/>
            <p:nvPr/>
          </p:nvSpPr>
          <p:spPr>
            <a:xfrm>
              <a:off x="9520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0200" y="23223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851600" y="300780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857360" y="232092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964400" y="2320920"/>
              <a:ext cx="470880" cy="38376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948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88" name="Rectangle 88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89" name="Group 89"/>
          <p:cNvGrpSpPr/>
          <p:nvPr/>
        </p:nvGrpSpPr>
        <p:grpSpPr>
          <a:xfrm>
            <a:off x="7592400" y="228600"/>
            <a:ext cx="2006280" cy="383760"/>
            <a:chOff x="7592400" y="228600"/>
            <a:chExt cx="2006280" cy="383760"/>
          </a:xfrm>
        </p:grpSpPr>
        <p:sp>
          <p:nvSpPr>
            <p:cNvPr id="90" name="Rectangle 90"/>
            <p:cNvSpPr/>
            <p:nvPr/>
          </p:nvSpPr>
          <p:spPr>
            <a:xfrm>
              <a:off x="7772400" y="26856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1" name="Group 91"/>
            <p:cNvGrpSpPr/>
            <p:nvPr/>
          </p:nvGrpSpPr>
          <p:grpSpPr>
            <a:xfrm>
              <a:off x="7592400" y="228600"/>
              <a:ext cx="1985400" cy="383760"/>
              <a:chOff x="7592400" y="228600"/>
              <a:chExt cx="1985400" cy="383760"/>
            </a:xfrm>
          </p:grpSpPr>
          <p:sp>
            <p:nvSpPr>
              <p:cNvPr id="92" name="Rectangle 92"/>
              <p:cNvSpPr/>
              <p:nvPr/>
            </p:nvSpPr>
            <p:spPr>
              <a:xfrm>
                <a:off x="7592400" y="228600"/>
                <a:ext cx="61092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8174520" y="26856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4" name="Rectangle 94"/>
          <p:cNvSpPr/>
          <p:nvPr/>
        </p:nvSpPr>
        <p:spPr>
          <a:xfrm>
            <a:off x="3429000" y="685800"/>
            <a:ext cx="5027760" cy="388476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Rectangle 95"/>
          <p:cNvSpPr/>
          <p:nvPr/>
        </p:nvSpPr>
        <p:spPr>
          <a:xfrm>
            <a:off x="7772400" y="649800"/>
            <a:ext cx="2284560" cy="388476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Box 96"/>
          <p:cNvSpPr/>
          <p:nvPr/>
        </p:nvSpPr>
        <p:spPr>
          <a:xfrm>
            <a:off x="4114800" y="623880"/>
            <a:ext cx="22845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8330760" y="613800"/>
            <a:ext cx="12747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98" name="Group 89_3"/>
          <p:cNvGrpSpPr/>
          <p:nvPr/>
        </p:nvGrpSpPr>
        <p:grpSpPr>
          <a:xfrm>
            <a:off x="2057400" y="268560"/>
            <a:ext cx="1142280" cy="645120"/>
            <a:chOff x="2057400" y="268560"/>
            <a:chExt cx="1142280" cy="645120"/>
          </a:xfrm>
        </p:grpSpPr>
        <p:sp>
          <p:nvSpPr>
            <p:cNvPr id="99" name="Rectangle 93_3"/>
            <p:cNvSpPr/>
            <p:nvPr/>
          </p:nvSpPr>
          <p:spPr>
            <a:xfrm>
              <a:off x="2057400" y="268560"/>
              <a:ext cx="114228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traight Connector 98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traight Connector 99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traight Connector 10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traight Connector 10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traight Connector 10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traight Connector 103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traight Connector 104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traight Connector 105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traight Connector 106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Rectangle 107"/>
          <p:cNvSpPr/>
          <p:nvPr/>
        </p:nvSpPr>
        <p:spPr>
          <a:xfrm>
            <a:off x="229032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ectangle 108"/>
          <p:cNvSpPr/>
          <p:nvPr/>
        </p:nvSpPr>
        <p:spPr>
          <a:xfrm>
            <a:off x="31327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1" name="Rectangle 109"/>
          <p:cNvSpPr/>
          <p:nvPr/>
        </p:nvSpPr>
        <p:spPr>
          <a:xfrm>
            <a:off x="4047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Rectangle 110"/>
          <p:cNvSpPr/>
          <p:nvPr/>
        </p:nvSpPr>
        <p:spPr>
          <a:xfrm>
            <a:off x="4961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ectangle 111"/>
          <p:cNvSpPr/>
          <p:nvPr/>
        </p:nvSpPr>
        <p:spPr>
          <a:xfrm>
            <a:off x="58759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4" name="Rectangle 112"/>
          <p:cNvSpPr/>
          <p:nvPr/>
        </p:nvSpPr>
        <p:spPr>
          <a:xfrm>
            <a:off x="67903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Rectangle 113"/>
          <p:cNvSpPr/>
          <p:nvPr/>
        </p:nvSpPr>
        <p:spPr>
          <a:xfrm>
            <a:off x="7698600" y="4682880"/>
            <a:ext cx="454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Rectangle 114"/>
          <p:cNvSpPr/>
          <p:nvPr/>
        </p:nvSpPr>
        <p:spPr>
          <a:xfrm>
            <a:off x="8619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7" name="Rectangle 115"/>
          <p:cNvSpPr/>
          <p:nvPr/>
        </p:nvSpPr>
        <p:spPr>
          <a:xfrm>
            <a:off x="9533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8" name="Rectangle 116"/>
          <p:cNvSpPr/>
          <p:nvPr/>
        </p:nvSpPr>
        <p:spPr>
          <a:xfrm>
            <a:off x="140580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9" name="Rectangle 117"/>
          <p:cNvSpPr/>
          <p:nvPr/>
        </p:nvSpPr>
        <p:spPr>
          <a:xfrm>
            <a:off x="4233600" y="5140080"/>
            <a:ext cx="323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20" name="Rectangle 118"/>
          <p:cNvSpPr/>
          <p:nvPr/>
        </p:nvSpPr>
        <p:spPr>
          <a:xfrm>
            <a:off x="658800" y="950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 119"/>
          <p:cNvSpPr/>
          <p:nvPr/>
        </p:nvSpPr>
        <p:spPr>
          <a:xfrm>
            <a:off x="586800" y="16362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120"/>
          <p:cNvSpPr/>
          <p:nvPr/>
        </p:nvSpPr>
        <p:spPr>
          <a:xfrm>
            <a:off x="658800" y="2345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121"/>
          <p:cNvSpPr/>
          <p:nvPr/>
        </p:nvSpPr>
        <p:spPr>
          <a:xfrm>
            <a:off x="550800" y="302148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4" name="Rectangle 122"/>
          <p:cNvSpPr/>
          <p:nvPr/>
        </p:nvSpPr>
        <p:spPr>
          <a:xfrm>
            <a:off x="766800" y="3704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Straight Connector 123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Rectangle 124"/>
          <p:cNvSpPr/>
          <p:nvPr/>
        </p:nvSpPr>
        <p:spPr>
          <a:xfrm>
            <a:off x="1576800" y="914760"/>
            <a:ext cx="45190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Rectangle 125"/>
          <p:cNvSpPr/>
          <p:nvPr/>
        </p:nvSpPr>
        <p:spPr>
          <a:xfrm>
            <a:off x="1576800" y="1600200"/>
            <a:ext cx="45190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26"/>
          <p:cNvSpPr/>
          <p:nvPr/>
        </p:nvSpPr>
        <p:spPr>
          <a:xfrm>
            <a:off x="1576800" y="2286360"/>
            <a:ext cx="63478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27"/>
          <p:cNvSpPr/>
          <p:nvPr/>
        </p:nvSpPr>
        <p:spPr>
          <a:xfrm>
            <a:off x="1576800" y="2971800"/>
            <a:ext cx="63478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Rectangle 128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Rectangle 129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2" name="Rectangle 130"/>
          <p:cNvSpPr/>
          <p:nvPr/>
        </p:nvSpPr>
        <p:spPr>
          <a:xfrm>
            <a:off x="7684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Rectangle 131"/>
          <p:cNvSpPr/>
          <p:nvPr/>
        </p:nvSpPr>
        <p:spPr>
          <a:xfrm>
            <a:off x="7684200" y="23223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4" name="Rectangle 132"/>
          <p:cNvSpPr/>
          <p:nvPr/>
        </p:nvSpPr>
        <p:spPr>
          <a:xfrm>
            <a:off x="5855400" y="16351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5" name="Rectangle 133"/>
          <p:cNvSpPr/>
          <p:nvPr/>
        </p:nvSpPr>
        <p:spPr>
          <a:xfrm>
            <a:off x="5855400" y="949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6" name="Rectangle 134"/>
          <p:cNvSpPr/>
          <p:nvPr/>
        </p:nvSpPr>
        <p:spPr>
          <a:xfrm>
            <a:off x="7819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346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6051600" y="30078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57360" y="23209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4222800" y="9493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4215960" y="16362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3128400" y="2320920"/>
            <a:ext cx="470880" cy="38376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3112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4" name="Rectangle 143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5" name="Group 144"/>
          <p:cNvGrpSpPr/>
          <p:nvPr/>
        </p:nvGrpSpPr>
        <p:grpSpPr>
          <a:xfrm>
            <a:off x="7664400" y="299520"/>
            <a:ext cx="2021400" cy="383760"/>
            <a:chOff x="7664400" y="299520"/>
            <a:chExt cx="2021400" cy="383760"/>
          </a:xfrm>
        </p:grpSpPr>
        <p:sp>
          <p:nvSpPr>
            <p:cNvPr id="146" name="Rectangle 145"/>
            <p:cNvSpPr/>
            <p:nvPr/>
          </p:nvSpPr>
          <p:spPr>
            <a:xfrm>
              <a:off x="7772400" y="33948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7" name="Group 146"/>
            <p:cNvGrpSpPr/>
            <p:nvPr/>
          </p:nvGrpSpPr>
          <p:grpSpPr>
            <a:xfrm>
              <a:off x="7664400" y="299520"/>
              <a:ext cx="2021400" cy="383760"/>
              <a:chOff x="7664400" y="299520"/>
              <a:chExt cx="2021400" cy="383760"/>
            </a:xfrm>
          </p:grpSpPr>
          <p:sp>
            <p:nvSpPr>
              <p:cNvPr id="148" name="Rectangle 147"/>
              <p:cNvSpPr/>
              <p:nvPr/>
            </p:nvSpPr>
            <p:spPr>
              <a:xfrm>
                <a:off x="7664400" y="299520"/>
                <a:ext cx="64764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49" name="Rectangle 148"/>
              <p:cNvSpPr/>
              <p:nvPr/>
            </p:nvSpPr>
            <p:spPr>
              <a:xfrm>
                <a:off x="8282520" y="33948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150" name="Group 89_4"/>
          <p:cNvGrpSpPr/>
          <p:nvPr/>
        </p:nvGrpSpPr>
        <p:grpSpPr>
          <a:xfrm>
            <a:off x="2057400" y="268560"/>
            <a:ext cx="1142280" cy="645120"/>
            <a:chOff x="2057400" y="268560"/>
            <a:chExt cx="1142280" cy="645120"/>
          </a:xfrm>
        </p:grpSpPr>
        <p:sp>
          <p:nvSpPr>
            <p:cNvPr id="151" name="Rectangle 93_4"/>
            <p:cNvSpPr/>
            <p:nvPr/>
          </p:nvSpPr>
          <p:spPr>
            <a:xfrm>
              <a:off x="2057400" y="268560"/>
              <a:ext cx="114228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46"/>
          <p:cNvSpPr/>
          <p:nvPr/>
        </p:nvSpPr>
        <p:spPr>
          <a:xfrm>
            <a:off x="22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3" name="Rectangle 47"/>
          <p:cNvSpPr/>
          <p:nvPr/>
        </p:nvSpPr>
        <p:spPr>
          <a:xfrm>
            <a:off x="31327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4" name="Rectangle 48"/>
          <p:cNvSpPr/>
          <p:nvPr/>
        </p:nvSpPr>
        <p:spPr>
          <a:xfrm>
            <a:off x="4047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Rectangle 49"/>
          <p:cNvSpPr/>
          <p:nvPr/>
        </p:nvSpPr>
        <p:spPr>
          <a:xfrm>
            <a:off x="4961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Rectangle 50"/>
          <p:cNvSpPr/>
          <p:nvPr/>
        </p:nvSpPr>
        <p:spPr>
          <a:xfrm>
            <a:off x="57150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Rectangle 51"/>
          <p:cNvSpPr/>
          <p:nvPr/>
        </p:nvSpPr>
        <p:spPr>
          <a:xfrm>
            <a:off x="67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Rectangle 52"/>
          <p:cNvSpPr/>
          <p:nvPr/>
        </p:nvSpPr>
        <p:spPr>
          <a:xfrm>
            <a:off x="7698600" y="4682880"/>
            <a:ext cx="528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9" name="Rectangle 53"/>
          <p:cNvSpPr/>
          <p:nvPr/>
        </p:nvSpPr>
        <p:spPr>
          <a:xfrm>
            <a:off x="8619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0" name="Rectangle 54"/>
          <p:cNvSpPr/>
          <p:nvPr/>
        </p:nvSpPr>
        <p:spPr>
          <a:xfrm>
            <a:off x="9533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1" name="Rectangle 55"/>
          <p:cNvSpPr/>
          <p:nvPr/>
        </p:nvSpPr>
        <p:spPr>
          <a:xfrm>
            <a:off x="14058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2" name="Rectangle 56"/>
          <p:cNvSpPr/>
          <p:nvPr/>
        </p:nvSpPr>
        <p:spPr>
          <a:xfrm>
            <a:off x="4919400" y="5140080"/>
            <a:ext cx="793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3" name="Rectangle 59"/>
          <p:cNvSpPr/>
          <p:nvPr/>
        </p:nvSpPr>
        <p:spPr>
          <a:xfrm>
            <a:off x="465120" y="234540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4" name="Rectangle 60"/>
          <p:cNvSpPr/>
          <p:nvPr/>
        </p:nvSpPr>
        <p:spPr>
          <a:xfrm>
            <a:off x="408600" y="3021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41800" y="3704400"/>
            <a:ext cx="1102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66" name="Group 1"/>
          <p:cNvGrpSpPr/>
          <p:nvPr/>
        </p:nvGrpSpPr>
        <p:grpSpPr>
          <a:xfrm>
            <a:off x="1576800" y="2089800"/>
            <a:ext cx="8178120" cy="2253600"/>
            <a:chOff x="1576800" y="2089800"/>
            <a:chExt cx="8178120" cy="2253600"/>
          </a:xfrm>
        </p:grpSpPr>
        <p:sp>
          <p:nvSpPr>
            <p:cNvPr id="167" name="Straight Connector 37"/>
            <p:cNvSpPr/>
            <p:nvPr/>
          </p:nvSpPr>
          <p:spPr>
            <a:xfrm>
              <a:off x="51832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Straight Connector 38"/>
            <p:cNvSpPr/>
            <p:nvPr/>
          </p:nvSpPr>
          <p:spPr>
            <a:xfrm>
              <a:off x="42688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Straight Connector 39"/>
            <p:cNvSpPr/>
            <p:nvPr/>
          </p:nvSpPr>
          <p:spPr>
            <a:xfrm>
              <a:off x="33548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Straight Connector 40"/>
            <p:cNvSpPr/>
            <p:nvPr/>
          </p:nvSpPr>
          <p:spPr>
            <a:xfrm>
              <a:off x="24404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Straight Connector 41"/>
            <p:cNvSpPr/>
            <p:nvPr/>
          </p:nvSpPr>
          <p:spPr>
            <a:xfrm>
              <a:off x="6097680" y="2119320"/>
              <a:ext cx="360" cy="22240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Straight Connector 42"/>
            <p:cNvSpPr/>
            <p:nvPr/>
          </p:nvSpPr>
          <p:spPr>
            <a:xfrm>
              <a:off x="701172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Straight Connector 43"/>
            <p:cNvSpPr/>
            <p:nvPr/>
          </p:nvSpPr>
          <p:spPr>
            <a:xfrm>
              <a:off x="79257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Straight Connector 44"/>
            <p:cNvSpPr/>
            <p:nvPr/>
          </p:nvSpPr>
          <p:spPr>
            <a:xfrm>
              <a:off x="88401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Straight Connector 45"/>
            <p:cNvSpPr/>
            <p:nvPr/>
          </p:nvSpPr>
          <p:spPr>
            <a:xfrm>
              <a:off x="97545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Straight Connector 62"/>
            <p:cNvSpPr/>
            <p:nvPr/>
          </p:nvSpPr>
          <p:spPr>
            <a:xfrm>
              <a:off x="1576800" y="2090160"/>
              <a:ext cx="360" cy="225324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7" name="Rectangle 63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Rectangle 64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9" name="Rectangle 65"/>
          <p:cNvSpPr/>
          <p:nvPr/>
        </p:nvSpPr>
        <p:spPr>
          <a:xfrm>
            <a:off x="7855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0" name="Rectangle 67"/>
          <p:cNvSpPr/>
          <p:nvPr/>
        </p:nvSpPr>
        <p:spPr>
          <a:xfrm>
            <a:off x="346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81" name="Group 68"/>
          <p:cNvGrpSpPr/>
          <p:nvPr/>
        </p:nvGrpSpPr>
        <p:grpSpPr>
          <a:xfrm>
            <a:off x="1575000" y="2286360"/>
            <a:ext cx="1777680" cy="1139760"/>
            <a:chOff x="1575000" y="2286360"/>
            <a:chExt cx="1777680" cy="1139760"/>
          </a:xfrm>
        </p:grpSpPr>
        <p:sp>
          <p:nvSpPr>
            <p:cNvPr id="182" name="Rectangle 76"/>
            <p:cNvSpPr/>
            <p:nvPr/>
          </p:nvSpPr>
          <p:spPr>
            <a:xfrm>
              <a:off x="1576800" y="2286360"/>
              <a:ext cx="17758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Rectangle 78"/>
            <p:cNvSpPr/>
            <p:nvPr/>
          </p:nvSpPr>
          <p:spPr>
            <a:xfrm>
              <a:off x="1575000" y="2971800"/>
              <a:ext cx="177768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4" name="Group 79"/>
          <p:cNvGrpSpPr/>
          <p:nvPr/>
        </p:nvGrpSpPr>
        <p:grpSpPr>
          <a:xfrm>
            <a:off x="3355200" y="2286360"/>
            <a:ext cx="6635880" cy="1139760"/>
            <a:chOff x="3355200" y="2286360"/>
            <a:chExt cx="6635880" cy="1139760"/>
          </a:xfrm>
        </p:grpSpPr>
        <p:sp>
          <p:nvSpPr>
            <p:cNvPr id="185" name="Rectangle 80"/>
            <p:cNvSpPr/>
            <p:nvPr/>
          </p:nvSpPr>
          <p:spPr>
            <a:xfrm>
              <a:off x="3355200" y="2286360"/>
              <a:ext cx="6405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6" name="Rectangle 81"/>
            <p:cNvSpPr/>
            <p:nvPr/>
          </p:nvSpPr>
          <p:spPr>
            <a:xfrm>
              <a:off x="3355200" y="2971800"/>
              <a:ext cx="6405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7" name="Rectangle 82"/>
            <p:cNvSpPr/>
            <p:nvPr/>
          </p:nvSpPr>
          <p:spPr>
            <a:xfrm>
              <a:off x="9520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8" name="Rectangle 83"/>
            <p:cNvSpPr/>
            <p:nvPr/>
          </p:nvSpPr>
          <p:spPr>
            <a:xfrm>
              <a:off x="9520200" y="23223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9" name="Rectangle 84"/>
            <p:cNvSpPr/>
            <p:nvPr/>
          </p:nvSpPr>
          <p:spPr>
            <a:xfrm>
              <a:off x="7851600" y="300780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0" name="Rectangle 85"/>
            <p:cNvSpPr/>
            <p:nvPr/>
          </p:nvSpPr>
          <p:spPr>
            <a:xfrm>
              <a:off x="7857360" y="232092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1" name="Rectangle 86"/>
            <p:cNvSpPr/>
            <p:nvPr/>
          </p:nvSpPr>
          <p:spPr>
            <a:xfrm>
              <a:off x="4964400" y="2320920"/>
              <a:ext cx="470880" cy="38376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2" name="Rectangle 87"/>
            <p:cNvSpPr/>
            <p:nvPr/>
          </p:nvSpPr>
          <p:spPr>
            <a:xfrm>
              <a:off x="4948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93" name="Rectangle 88"/>
          <p:cNvSpPr/>
          <p:nvPr/>
        </p:nvSpPr>
        <p:spPr>
          <a:xfrm rot="16180800">
            <a:off x="-459360" y="30686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94" name="Group 89"/>
          <p:cNvGrpSpPr/>
          <p:nvPr/>
        </p:nvGrpSpPr>
        <p:grpSpPr>
          <a:xfrm>
            <a:off x="433080" y="5032800"/>
            <a:ext cx="2006280" cy="383760"/>
            <a:chOff x="433080" y="5032800"/>
            <a:chExt cx="2006280" cy="383760"/>
          </a:xfrm>
        </p:grpSpPr>
        <p:sp>
          <p:nvSpPr>
            <p:cNvPr id="195" name="Rectangle 90"/>
            <p:cNvSpPr/>
            <p:nvPr/>
          </p:nvSpPr>
          <p:spPr>
            <a:xfrm>
              <a:off x="613080" y="507276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96" name="Group 91"/>
            <p:cNvGrpSpPr/>
            <p:nvPr/>
          </p:nvGrpSpPr>
          <p:grpSpPr>
            <a:xfrm>
              <a:off x="433080" y="5032800"/>
              <a:ext cx="1985400" cy="383760"/>
              <a:chOff x="433080" y="5032800"/>
              <a:chExt cx="1985400" cy="383760"/>
            </a:xfrm>
          </p:grpSpPr>
          <p:sp>
            <p:nvSpPr>
              <p:cNvPr id="197" name="Rectangle 92"/>
              <p:cNvSpPr/>
              <p:nvPr/>
            </p:nvSpPr>
            <p:spPr>
              <a:xfrm>
                <a:off x="433080" y="5032800"/>
                <a:ext cx="61092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98" name="Rectangle 93"/>
              <p:cNvSpPr/>
              <p:nvPr/>
            </p:nvSpPr>
            <p:spPr>
              <a:xfrm>
                <a:off x="1015200" y="507276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199" name="Rectangle 94"/>
          <p:cNvSpPr/>
          <p:nvPr/>
        </p:nvSpPr>
        <p:spPr>
          <a:xfrm>
            <a:off x="3429000" y="1937520"/>
            <a:ext cx="5027760" cy="263304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Rectangle 95"/>
          <p:cNvSpPr/>
          <p:nvPr/>
        </p:nvSpPr>
        <p:spPr>
          <a:xfrm>
            <a:off x="7772400" y="1865880"/>
            <a:ext cx="2284560" cy="266868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Box 96"/>
          <p:cNvSpPr/>
          <p:nvPr/>
        </p:nvSpPr>
        <p:spPr>
          <a:xfrm>
            <a:off x="4114800" y="1552680"/>
            <a:ext cx="22845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2" name="TextBox 97"/>
          <p:cNvSpPr/>
          <p:nvPr/>
        </p:nvSpPr>
        <p:spPr>
          <a:xfrm>
            <a:off x="8330760" y="1542600"/>
            <a:ext cx="12747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03" name="Group 89_5"/>
          <p:cNvGrpSpPr/>
          <p:nvPr/>
        </p:nvGrpSpPr>
        <p:grpSpPr>
          <a:xfrm>
            <a:off x="2057400" y="268560"/>
            <a:ext cx="1142280" cy="645120"/>
            <a:chOff x="2057400" y="268560"/>
            <a:chExt cx="1142280" cy="645120"/>
          </a:xfrm>
        </p:grpSpPr>
        <p:sp>
          <p:nvSpPr>
            <p:cNvPr id="204" name="Rectangle 93_5"/>
            <p:cNvSpPr/>
            <p:nvPr/>
          </p:nvSpPr>
          <p:spPr>
            <a:xfrm>
              <a:off x="2057400" y="268560"/>
              <a:ext cx="114228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07"/>
          <p:cNvSpPr/>
          <p:nvPr/>
        </p:nvSpPr>
        <p:spPr>
          <a:xfrm>
            <a:off x="229032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Rectangle 108"/>
          <p:cNvSpPr/>
          <p:nvPr/>
        </p:nvSpPr>
        <p:spPr>
          <a:xfrm>
            <a:off x="31327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7" name="Rectangle 109"/>
          <p:cNvSpPr/>
          <p:nvPr/>
        </p:nvSpPr>
        <p:spPr>
          <a:xfrm>
            <a:off x="4047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8" name="Rectangle 110"/>
          <p:cNvSpPr/>
          <p:nvPr/>
        </p:nvSpPr>
        <p:spPr>
          <a:xfrm>
            <a:off x="4961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9" name="Rectangle 111"/>
          <p:cNvSpPr/>
          <p:nvPr/>
        </p:nvSpPr>
        <p:spPr>
          <a:xfrm>
            <a:off x="58759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Rectangle 112"/>
          <p:cNvSpPr/>
          <p:nvPr/>
        </p:nvSpPr>
        <p:spPr>
          <a:xfrm>
            <a:off x="67903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1" name="Rectangle 113"/>
          <p:cNvSpPr/>
          <p:nvPr/>
        </p:nvSpPr>
        <p:spPr>
          <a:xfrm>
            <a:off x="7698600" y="4682880"/>
            <a:ext cx="454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2" name="Rectangle 114"/>
          <p:cNvSpPr/>
          <p:nvPr/>
        </p:nvSpPr>
        <p:spPr>
          <a:xfrm>
            <a:off x="8619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3" name="Rectangle 115"/>
          <p:cNvSpPr/>
          <p:nvPr/>
        </p:nvSpPr>
        <p:spPr>
          <a:xfrm>
            <a:off x="9533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4" name="Rectangle 116"/>
          <p:cNvSpPr/>
          <p:nvPr/>
        </p:nvSpPr>
        <p:spPr>
          <a:xfrm>
            <a:off x="140580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5" name="Rectangle 117"/>
          <p:cNvSpPr/>
          <p:nvPr/>
        </p:nvSpPr>
        <p:spPr>
          <a:xfrm>
            <a:off x="4233600" y="5140080"/>
            <a:ext cx="323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6" name="Rectangle 120"/>
          <p:cNvSpPr/>
          <p:nvPr/>
        </p:nvSpPr>
        <p:spPr>
          <a:xfrm>
            <a:off x="658800" y="2345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7" name="Rectangle 121"/>
          <p:cNvSpPr/>
          <p:nvPr/>
        </p:nvSpPr>
        <p:spPr>
          <a:xfrm>
            <a:off x="550800" y="302148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8" name="Rectangle 122"/>
          <p:cNvSpPr/>
          <p:nvPr/>
        </p:nvSpPr>
        <p:spPr>
          <a:xfrm>
            <a:off x="766800" y="3704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219" name="Group 1"/>
          <p:cNvGrpSpPr/>
          <p:nvPr/>
        </p:nvGrpSpPr>
        <p:grpSpPr>
          <a:xfrm>
            <a:off x="1576800" y="2039040"/>
            <a:ext cx="8179560" cy="2304360"/>
            <a:chOff x="1576800" y="2039040"/>
            <a:chExt cx="8179560" cy="2304360"/>
          </a:xfrm>
        </p:grpSpPr>
        <p:sp>
          <p:nvSpPr>
            <p:cNvPr id="220" name="Straight Connector 98"/>
            <p:cNvSpPr/>
            <p:nvPr/>
          </p:nvSpPr>
          <p:spPr>
            <a:xfrm>
              <a:off x="5184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1" name="Straight Connector 99"/>
            <p:cNvSpPr/>
            <p:nvPr/>
          </p:nvSpPr>
          <p:spPr>
            <a:xfrm>
              <a:off x="4269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Straight Connector 100"/>
            <p:cNvSpPr/>
            <p:nvPr/>
          </p:nvSpPr>
          <p:spPr>
            <a:xfrm>
              <a:off x="3355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3" name="Straight Connector 101"/>
            <p:cNvSpPr/>
            <p:nvPr/>
          </p:nvSpPr>
          <p:spPr>
            <a:xfrm>
              <a:off x="2440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4" name="Straight Connector 102"/>
            <p:cNvSpPr/>
            <p:nvPr/>
          </p:nvSpPr>
          <p:spPr>
            <a:xfrm>
              <a:off x="60984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5" name="Straight Connector 103"/>
            <p:cNvSpPr/>
            <p:nvPr/>
          </p:nvSpPr>
          <p:spPr>
            <a:xfrm>
              <a:off x="7012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104"/>
            <p:cNvSpPr/>
            <p:nvPr/>
          </p:nvSpPr>
          <p:spPr>
            <a:xfrm>
              <a:off x="7927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7" name="Straight Connector 105"/>
            <p:cNvSpPr/>
            <p:nvPr/>
          </p:nvSpPr>
          <p:spPr>
            <a:xfrm>
              <a:off x="8841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8" name="Straight Connector 106"/>
            <p:cNvSpPr/>
            <p:nvPr/>
          </p:nvSpPr>
          <p:spPr>
            <a:xfrm>
              <a:off x="9756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9" name="Straight Connector 123"/>
            <p:cNvSpPr/>
            <p:nvPr/>
          </p:nvSpPr>
          <p:spPr>
            <a:xfrm>
              <a:off x="1576800" y="2039400"/>
              <a:ext cx="360" cy="23040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0" name="Rectangle 126"/>
          <p:cNvSpPr/>
          <p:nvPr/>
        </p:nvSpPr>
        <p:spPr>
          <a:xfrm>
            <a:off x="1576800" y="2286360"/>
            <a:ext cx="63478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Rectangle 127"/>
          <p:cNvSpPr/>
          <p:nvPr/>
        </p:nvSpPr>
        <p:spPr>
          <a:xfrm>
            <a:off x="1576800" y="2971800"/>
            <a:ext cx="63478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Rectangle 128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Rectangle 129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Rectangle 130"/>
          <p:cNvSpPr/>
          <p:nvPr/>
        </p:nvSpPr>
        <p:spPr>
          <a:xfrm>
            <a:off x="7684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Rectangle 131"/>
          <p:cNvSpPr/>
          <p:nvPr/>
        </p:nvSpPr>
        <p:spPr>
          <a:xfrm>
            <a:off x="7684200" y="23223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Rectangle 134"/>
          <p:cNvSpPr/>
          <p:nvPr/>
        </p:nvSpPr>
        <p:spPr>
          <a:xfrm>
            <a:off x="7819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7" name="Rectangle 136"/>
          <p:cNvSpPr/>
          <p:nvPr/>
        </p:nvSpPr>
        <p:spPr>
          <a:xfrm>
            <a:off x="346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8" name="Rectangle 137"/>
          <p:cNvSpPr/>
          <p:nvPr/>
        </p:nvSpPr>
        <p:spPr>
          <a:xfrm>
            <a:off x="6051600" y="30078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9" name="Rectangle 138"/>
          <p:cNvSpPr/>
          <p:nvPr/>
        </p:nvSpPr>
        <p:spPr>
          <a:xfrm>
            <a:off x="6057360" y="23209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0" name="Rectangle 141"/>
          <p:cNvSpPr/>
          <p:nvPr/>
        </p:nvSpPr>
        <p:spPr>
          <a:xfrm>
            <a:off x="3128400" y="2320920"/>
            <a:ext cx="470880" cy="38376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1" name="Rectangle 142"/>
          <p:cNvSpPr/>
          <p:nvPr/>
        </p:nvSpPr>
        <p:spPr>
          <a:xfrm>
            <a:off x="3112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2" name="Rectangle 143"/>
          <p:cNvSpPr/>
          <p:nvPr/>
        </p:nvSpPr>
        <p:spPr>
          <a:xfrm rot="16180800">
            <a:off x="-362880" y="301356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43" name="Group 144"/>
          <p:cNvGrpSpPr/>
          <p:nvPr/>
        </p:nvGrpSpPr>
        <p:grpSpPr>
          <a:xfrm>
            <a:off x="394560" y="5011920"/>
            <a:ext cx="2021400" cy="383760"/>
            <a:chOff x="394560" y="5011920"/>
            <a:chExt cx="2021400" cy="383760"/>
          </a:xfrm>
        </p:grpSpPr>
        <p:sp>
          <p:nvSpPr>
            <p:cNvPr id="244" name="Rectangle 145"/>
            <p:cNvSpPr/>
            <p:nvPr/>
          </p:nvSpPr>
          <p:spPr>
            <a:xfrm>
              <a:off x="502560" y="505188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45" name="Group 146"/>
            <p:cNvGrpSpPr/>
            <p:nvPr/>
          </p:nvGrpSpPr>
          <p:grpSpPr>
            <a:xfrm>
              <a:off x="394560" y="5011920"/>
              <a:ext cx="2021400" cy="383760"/>
              <a:chOff x="394560" y="5011920"/>
              <a:chExt cx="2021400" cy="383760"/>
            </a:xfrm>
          </p:grpSpPr>
          <p:sp>
            <p:nvSpPr>
              <p:cNvPr id="246" name="Rectangle 147"/>
              <p:cNvSpPr/>
              <p:nvPr/>
            </p:nvSpPr>
            <p:spPr>
              <a:xfrm>
                <a:off x="394560" y="5011920"/>
                <a:ext cx="64764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47" name="Rectangle 148"/>
              <p:cNvSpPr/>
              <p:nvPr/>
            </p:nvSpPr>
            <p:spPr>
              <a:xfrm>
                <a:off x="1012680" y="505188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248" name="Group 89_6"/>
          <p:cNvGrpSpPr/>
          <p:nvPr/>
        </p:nvGrpSpPr>
        <p:grpSpPr>
          <a:xfrm>
            <a:off x="2057400" y="268560"/>
            <a:ext cx="1142280" cy="645120"/>
            <a:chOff x="2057400" y="268560"/>
            <a:chExt cx="1142280" cy="645120"/>
          </a:xfrm>
        </p:grpSpPr>
        <p:sp>
          <p:nvSpPr>
            <p:cNvPr id="249" name="Rectangle 93_6"/>
            <p:cNvSpPr/>
            <p:nvPr/>
          </p:nvSpPr>
          <p:spPr>
            <a:xfrm>
              <a:off x="2057400" y="268560"/>
              <a:ext cx="114228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traight Connector 37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Straight Connector 38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Straight Connector 39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Straight Connector 40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traight Connector 41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Straight Connector 42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Straight Connector 43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traight Connector 44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Straight Connector 45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Rectangle 46_1"/>
          <p:cNvSpPr/>
          <p:nvPr/>
        </p:nvSpPr>
        <p:spPr>
          <a:xfrm>
            <a:off x="22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Rectangle 47_1"/>
          <p:cNvSpPr/>
          <p:nvPr/>
        </p:nvSpPr>
        <p:spPr>
          <a:xfrm>
            <a:off x="31327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1" name="Rectangle 48_1"/>
          <p:cNvSpPr/>
          <p:nvPr/>
        </p:nvSpPr>
        <p:spPr>
          <a:xfrm>
            <a:off x="4047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2" name="Rectangle 49_1"/>
          <p:cNvSpPr/>
          <p:nvPr/>
        </p:nvSpPr>
        <p:spPr>
          <a:xfrm>
            <a:off x="4961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3" name="Rectangle 50_1"/>
          <p:cNvSpPr/>
          <p:nvPr/>
        </p:nvSpPr>
        <p:spPr>
          <a:xfrm>
            <a:off x="57150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4" name="Rectangle 51_1"/>
          <p:cNvSpPr/>
          <p:nvPr/>
        </p:nvSpPr>
        <p:spPr>
          <a:xfrm>
            <a:off x="67903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5" name="Rectangle 52_1"/>
          <p:cNvSpPr/>
          <p:nvPr/>
        </p:nvSpPr>
        <p:spPr>
          <a:xfrm>
            <a:off x="7698600" y="4682880"/>
            <a:ext cx="528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6" name="Rectangle 53_1"/>
          <p:cNvSpPr/>
          <p:nvPr/>
        </p:nvSpPr>
        <p:spPr>
          <a:xfrm>
            <a:off x="86191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7" name="Rectangle 54_1"/>
          <p:cNvSpPr/>
          <p:nvPr/>
        </p:nvSpPr>
        <p:spPr>
          <a:xfrm>
            <a:off x="9533520" y="4682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8" name="Rectangle 55_1"/>
          <p:cNvSpPr/>
          <p:nvPr/>
        </p:nvSpPr>
        <p:spPr>
          <a:xfrm>
            <a:off x="1405800" y="4682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9" name="Rectangle 56_1"/>
          <p:cNvSpPr/>
          <p:nvPr/>
        </p:nvSpPr>
        <p:spPr>
          <a:xfrm>
            <a:off x="4919400" y="5140080"/>
            <a:ext cx="793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0" name="Rectangle 57_1"/>
          <p:cNvSpPr/>
          <p:nvPr/>
        </p:nvSpPr>
        <p:spPr>
          <a:xfrm>
            <a:off x="457200" y="950400"/>
            <a:ext cx="1223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1" name="Rectangle 58_1"/>
          <p:cNvSpPr/>
          <p:nvPr/>
        </p:nvSpPr>
        <p:spPr>
          <a:xfrm>
            <a:off x="408600" y="1636200"/>
            <a:ext cx="1379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2" name="Rectangle 59_1"/>
          <p:cNvSpPr/>
          <p:nvPr/>
        </p:nvSpPr>
        <p:spPr>
          <a:xfrm>
            <a:off x="465120" y="234540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3" name="Rectangle 60_1"/>
          <p:cNvSpPr/>
          <p:nvPr/>
        </p:nvSpPr>
        <p:spPr>
          <a:xfrm>
            <a:off x="408600" y="3021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4" name="Rectangle 61_1"/>
          <p:cNvSpPr/>
          <p:nvPr/>
        </p:nvSpPr>
        <p:spPr>
          <a:xfrm>
            <a:off x="541800" y="3704400"/>
            <a:ext cx="1102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5" name="Straight Connector 62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Rectangle 63_1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64_1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8" name="Rectangle 65_1"/>
          <p:cNvSpPr/>
          <p:nvPr/>
        </p:nvSpPr>
        <p:spPr>
          <a:xfrm>
            <a:off x="7855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9" name="Rectangle 67_1"/>
          <p:cNvSpPr/>
          <p:nvPr/>
        </p:nvSpPr>
        <p:spPr>
          <a:xfrm>
            <a:off x="3571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280" name="Group 68_1"/>
          <p:cNvGrpSpPr/>
          <p:nvPr/>
        </p:nvGrpSpPr>
        <p:grpSpPr>
          <a:xfrm>
            <a:off x="1575000" y="914400"/>
            <a:ext cx="8396280" cy="2511720"/>
            <a:chOff x="1575000" y="914400"/>
            <a:chExt cx="8396280" cy="2511720"/>
          </a:xfrm>
        </p:grpSpPr>
        <p:sp>
          <p:nvSpPr>
            <p:cNvPr id="281" name="Rectangle 69_1"/>
            <p:cNvSpPr/>
            <p:nvPr/>
          </p:nvSpPr>
          <p:spPr>
            <a:xfrm>
              <a:off x="6098400" y="914400"/>
              <a:ext cx="3642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Rectangle 70_1"/>
            <p:cNvSpPr/>
            <p:nvPr/>
          </p:nvSpPr>
          <p:spPr>
            <a:xfrm>
              <a:off x="6098760" y="1599840"/>
              <a:ext cx="364212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Rectangle 71_1"/>
            <p:cNvSpPr/>
            <p:nvPr/>
          </p:nvSpPr>
          <p:spPr>
            <a:xfrm>
              <a:off x="9500400" y="16347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4" name="Rectangle 72_1"/>
            <p:cNvSpPr/>
            <p:nvPr/>
          </p:nvSpPr>
          <p:spPr>
            <a:xfrm>
              <a:off x="9500400" y="9489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5" name="Rectangle 73_1"/>
            <p:cNvSpPr/>
            <p:nvPr/>
          </p:nvSpPr>
          <p:spPr>
            <a:xfrm>
              <a:off x="7867800" y="94896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6" name="Rectangle 74_1"/>
            <p:cNvSpPr/>
            <p:nvPr/>
          </p:nvSpPr>
          <p:spPr>
            <a:xfrm>
              <a:off x="7860960" y="163584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7" name="Rectangle 75_1"/>
            <p:cNvSpPr/>
            <p:nvPr/>
          </p:nvSpPr>
          <p:spPr>
            <a:xfrm>
              <a:off x="1576800" y="914400"/>
              <a:ext cx="45208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8" name="Rectangle 76_1"/>
            <p:cNvSpPr/>
            <p:nvPr/>
          </p:nvSpPr>
          <p:spPr>
            <a:xfrm>
              <a:off x="1576800" y="2286360"/>
              <a:ext cx="230832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9" name="Rectangle 77_1"/>
            <p:cNvSpPr/>
            <p:nvPr/>
          </p:nvSpPr>
          <p:spPr>
            <a:xfrm>
              <a:off x="1576800" y="1600560"/>
              <a:ext cx="452088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0" name="Rectangle 78_1"/>
            <p:cNvSpPr/>
            <p:nvPr/>
          </p:nvSpPr>
          <p:spPr>
            <a:xfrm>
              <a:off x="1575000" y="2971800"/>
              <a:ext cx="231012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91" name="Group 79_1"/>
          <p:cNvGrpSpPr/>
          <p:nvPr/>
        </p:nvGrpSpPr>
        <p:grpSpPr>
          <a:xfrm>
            <a:off x="3886200" y="2286360"/>
            <a:ext cx="6104880" cy="1139760"/>
            <a:chOff x="3886200" y="2286360"/>
            <a:chExt cx="6104880" cy="1139760"/>
          </a:xfrm>
        </p:grpSpPr>
        <p:sp>
          <p:nvSpPr>
            <p:cNvPr id="292" name="Rectangle 80_1"/>
            <p:cNvSpPr/>
            <p:nvPr/>
          </p:nvSpPr>
          <p:spPr>
            <a:xfrm>
              <a:off x="3886200" y="2286360"/>
              <a:ext cx="5874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3" name="Rectangle 81_1"/>
            <p:cNvSpPr/>
            <p:nvPr/>
          </p:nvSpPr>
          <p:spPr>
            <a:xfrm>
              <a:off x="3886200" y="2971800"/>
              <a:ext cx="5874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82_1"/>
            <p:cNvSpPr/>
            <p:nvPr/>
          </p:nvSpPr>
          <p:spPr>
            <a:xfrm>
              <a:off x="9520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5" name="Rectangle 83_1"/>
            <p:cNvSpPr/>
            <p:nvPr/>
          </p:nvSpPr>
          <p:spPr>
            <a:xfrm>
              <a:off x="9520200" y="23223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6" name="Rectangle 84_1"/>
            <p:cNvSpPr/>
            <p:nvPr/>
          </p:nvSpPr>
          <p:spPr>
            <a:xfrm>
              <a:off x="7851600" y="300780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7" name="Rectangle 85_1"/>
            <p:cNvSpPr/>
            <p:nvPr/>
          </p:nvSpPr>
          <p:spPr>
            <a:xfrm>
              <a:off x="7857360" y="232092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8" name="Rectangle 86_1"/>
            <p:cNvSpPr/>
            <p:nvPr/>
          </p:nvSpPr>
          <p:spPr>
            <a:xfrm>
              <a:off x="4964400" y="2320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9" name="Rectangle 87_1"/>
            <p:cNvSpPr/>
            <p:nvPr/>
          </p:nvSpPr>
          <p:spPr>
            <a:xfrm>
              <a:off x="4948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300" name="Rectangle 88_1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01" name="Group 89_1"/>
          <p:cNvGrpSpPr/>
          <p:nvPr/>
        </p:nvGrpSpPr>
        <p:grpSpPr>
          <a:xfrm>
            <a:off x="7592400" y="228600"/>
            <a:ext cx="2006280" cy="383760"/>
            <a:chOff x="7592400" y="228600"/>
            <a:chExt cx="2006280" cy="383760"/>
          </a:xfrm>
        </p:grpSpPr>
        <p:sp>
          <p:nvSpPr>
            <p:cNvPr id="302" name="Rectangle 90_1"/>
            <p:cNvSpPr/>
            <p:nvPr/>
          </p:nvSpPr>
          <p:spPr>
            <a:xfrm>
              <a:off x="7772400" y="26856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03" name="Group 91_1"/>
            <p:cNvGrpSpPr/>
            <p:nvPr/>
          </p:nvGrpSpPr>
          <p:grpSpPr>
            <a:xfrm>
              <a:off x="7592400" y="228600"/>
              <a:ext cx="1985400" cy="383760"/>
              <a:chOff x="7592400" y="228600"/>
              <a:chExt cx="1985400" cy="383760"/>
            </a:xfrm>
          </p:grpSpPr>
          <p:sp>
            <p:nvSpPr>
              <p:cNvPr id="304" name="Rectangle 92_1"/>
              <p:cNvSpPr/>
              <p:nvPr/>
            </p:nvSpPr>
            <p:spPr>
              <a:xfrm>
                <a:off x="7592400" y="228600"/>
                <a:ext cx="61092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05" name="Rectangle 93_1"/>
              <p:cNvSpPr/>
              <p:nvPr/>
            </p:nvSpPr>
            <p:spPr>
              <a:xfrm>
                <a:off x="8174520" y="26856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06" name="TextBox 96_1"/>
          <p:cNvSpPr/>
          <p:nvPr/>
        </p:nvSpPr>
        <p:spPr>
          <a:xfrm>
            <a:off x="4114800" y="623880"/>
            <a:ext cx="22845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07" name="TextBox 97_1"/>
          <p:cNvSpPr/>
          <p:nvPr/>
        </p:nvSpPr>
        <p:spPr>
          <a:xfrm>
            <a:off x="8330760" y="613800"/>
            <a:ext cx="12747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8" name="Group 89_0"/>
          <p:cNvGrpSpPr/>
          <p:nvPr/>
        </p:nvGrpSpPr>
        <p:grpSpPr>
          <a:xfrm>
            <a:off x="2057400" y="268560"/>
            <a:ext cx="4342320" cy="343800"/>
            <a:chOff x="2057400" y="268560"/>
            <a:chExt cx="4342320" cy="343800"/>
          </a:xfrm>
        </p:grpSpPr>
        <p:sp>
          <p:nvSpPr>
            <p:cNvPr id="309" name="Rectangle 93_0"/>
            <p:cNvSpPr/>
            <p:nvPr/>
          </p:nvSpPr>
          <p:spPr>
            <a:xfrm>
              <a:off x="2057400" y="268560"/>
              <a:ext cx="4342320" cy="34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traight Connector 98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traight Connector 99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traight Connector 100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Straight Connector 101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Straight Connector 102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Straight Connector 103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Straight Connector 104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Straight Connector 105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Straight Connector 106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Rectangle 107_1"/>
          <p:cNvSpPr/>
          <p:nvPr/>
        </p:nvSpPr>
        <p:spPr>
          <a:xfrm>
            <a:off x="229032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0" name="Rectangle 108_1"/>
          <p:cNvSpPr/>
          <p:nvPr/>
        </p:nvSpPr>
        <p:spPr>
          <a:xfrm>
            <a:off x="31327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1" name="Rectangle 109_1"/>
          <p:cNvSpPr/>
          <p:nvPr/>
        </p:nvSpPr>
        <p:spPr>
          <a:xfrm>
            <a:off x="4047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2" name="Rectangle 110_1"/>
          <p:cNvSpPr/>
          <p:nvPr/>
        </p:nvSpPr>
        <p:spPr>
          <a:xfrm>
            <a:off x="4961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3" name="Rectangle 111_1"/>
          <p:cNvSpPr/>
          <p:nvPr/>
        </p:nvSpPr>
        <p:spPr>
          <a:xfrm>
            <a:off x="58759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4" name="Rectangle 112_1"/>
          <p:cNvSpPr/>
          <p:nvPr/>
        </p:nvSpPr>
        <p:spPr>
          <a:xfrm>
            <a:off x="67903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5" name="Rectangle 113_1"/>
          <p:cNvSpPr/>
          <p:nvPr/>
        </p:nvSpPr>
        <p:spPr>
          <a:xfrm>
            <a:off x="7698600" y="4682880"/>
            <a:ext cx="454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6" name="Rectangle 114_1"/>
          <p:cNvSpPr/>
          <p:nvPr/>
        </p:nvSpPr>
        <p:spPr>
          <a:xfrm>
            <a:off x="86191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7" name="Rectangle 115_1"/>
          <p:cNvSpPr/>
          <p:nvPr/>
        </p:nvSpPr>
        <p:spPr>
          <a:xfrm>
            <a:off x="9533520" y="4682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8" name="Rectangle 116_1"/>
          <p:cNvSpPr/>
          <p:nvPr/>
        </p:nvSpPr>
        <p:spPr>
          <a:xfrm>
            <a:off x="1405800" y="4682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9" name="Rectangle 117_1"/>
          <p:cNvSpPr/>
          <p:nvPr/>
        </p:nvSpPr>
        <p:spPr>
          <a:xfrm>
            <a:off x="4233600" y="5140080"/>
            <a:ext cx="323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Rectangle 118_1"/>
          <p:cNvSpPr/>
          <p:nvPr/>
        </p:nvSpPr>
        <p:spPr>
          <a:xfrm>
            <a:off x="658800" y="950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1" name="Rectangle 119_1"/>
          <p:cNvSpPr/>
          <p:nvPr/>
        </p:nvSpPr>
        <p:spPr>
          <a:xfrm>
            <a:off x="586800" y="16362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2" name="Rectangle 120_1"/>
          <p:cNvSpPr/>
          <p:nvPr/>
        </p:nvSpPr>
        <p:spPr>
          <a:xfrm>
            <a:off x="658800" y="2345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3" name="Rectangle 121_1"/>
          <p:cNvSpPr/>
          <p:nvPr/>
        </p:nvSpPr>
        <p:spPr>
          <a:xfrm>
            <a:off x="550800" y="302148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4" name="Rectangle 122_1"/>
          <p:cNvSpPr/>
          <p:nvPr/>
        </p:nvSpPr>
        <p:spPr>
          <a:xfrm>
            <a:off x="766800" y="3704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5" name="Straight Connector 123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Rectangle 124_1"/>
          <p:cNvSpPr/>
          <p:nvPr/>
        </p:nvSpPr>
        <p:spPr>
          <a:xfrm>
            <a:off x="1577160" y="914760"/>
            <a:ext cx="36547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Rectangle 125_1"/>
          <p:cNvSpPr/>
          <p:nvPr/>
        </p:nvSpPr>
        <p:spPr>
          <a:xfrm>
            <a:off x="1577160" y="1600200"/>
            <a:ext cx="36547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Rectangle 126_1"/>
          <p:cNvSpPr/>
          <p:nvPr/>
        </p:nvSpPr>
        <p:spPr>
          <a:xfrm>
            <a:off x="1576800" y="2286360"/>
            <a:ext cx="59659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Rectangle 127_1"/>
          <p:cNvSpPr/>
          <p:nvPr/>
        </p:nvSpPr>
        <p:spPr>
          <a:xfrm>
            <a:off x="1576800" y="2971800"/>
            <a:ext cx="59659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Rectangle 128_1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Rectangle 129_1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Rectangle 130_1"/>
          <p:cNvSpPr/>
          <p:nvPr/>
        </p:nvSpPr>
        <p:spPr>
          <a:xfrm>
            <a:off x="7288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3" name="Rectangle 131_1"/>
          <p:cNvSpPr/>
          <p:nvPr/>
        </p:nvSpPr>
        <p:spPr>
          <a:xfrm>
            <a:off x="7288200" y="23223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4" name="Rectangle 132_1"/>
          <p:cNvSpPr/>
          <p:nvPr/>
        </p:nvSpPr>
        <p:spPr>
          <a:xfrm>
            <a:off x="4991400" y="16351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5" name="Rectangle 133_1"/>
          <p:cNvSpPr/>
          <p:nvPr/>
        </p:nvSpPr>
        <p:spPr>
          <a:xfrm>
            <a:off x="4991400" y="949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6" name="Rectangle 134_1"/>
          <p:cNvSpPr/>
          <p:nvPr/>
        </p:nvSpPr>
        <p:spPr>
          <a:xfrm>
            <a:off x="7819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7" name="Rectangle 136_1"/>
          <p:cNvSpPr/>
          <p:nvPr/>
        </p:nvSpPr>
        <p:spPr>
          <a:xfrm>
            <a:off x="328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8" name="Rectangle 137_1"/>
          <p:cNvSpPr/>
          <p:nvPr/>
        </p:nvSpPr>
        <p:spPr>
          <a:xfrm>
            <a:off x="5763600" y="30078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9" name="Rectangle 138_1"/>
          <p:cNvSpPr/>
          <p:nvPr/>
        </p:nvSpPr>
        <p:spPr>
          <a:xfrm>
            <a:off x="5769360" y="23209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0" name="Rectangle 139_1"/>
          <p:cNvSpPr/>
          <p:nvPr/>
        </p:nvSpPr>
        <p:spPr>
          <a:xfrm>
            <a:off x="3286800" y="9493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1" name="Rectangle 140_1"/>
          <p:cNvSpPr/>
          <p:nvPr/>
        </p:nvSpPr>
        <p:spPr>
          <a:xfrm>
            <a:off x="3279960" y="16362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2" name="Rectangle 141_1"/>
          <p:cNvSpPr/>
          <p:nvPr/>
        </p:nvSpPr>
        <p:spPr>
          <a:xfrm>
            <a:off x="2876400" y="23209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3" name="Rectangle 142_1"/>
          <p:cNvSpPr/>
          <p:nvPr/>
        </p:nvSpPr>
        <p:spPr>
          <a:xfrm>
            <a:off x="2860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4" name="Rectangle 143_1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55" name="Group 144_1"/>
          <p:cNvGrpSpPr/>
          <p:nvPr/>
        </p:nvGrpSpPr>
        <p:grpSpPr>
          <a:xfrm>
            <a:off x="7664400" y="299520"/>
            <a:ext cx="2021400" cy="383760"/>
            <a:chOff x="7664400" y="299520"/>
            <a:chExt cx="2021400" cy="383760"/>
          </a:xfrm>
        </p:grpSpPr>
        <p:sp>
          <p:nvSpPr>
            <p:cNvPr id="356" name="Rectangle 145_1"/>
            <p:cNvSpPr/>
            <p:nvPr/>
          </p:nvSpPr>
          <p:spPr>
            <a:xfrm>
              <a:off x="7772400" y="33948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57" name="Group 146_1"/>
            <p:cNvGrpSpPr/>
            <p:nvPr/>
          </p:nvGrpSpPr>
          <p:grpSpPr>
            <a:xfrm>
              <a:off x="7664400" y="299520"/>
              <a:ext cx="2021400" cy="383760"/>
              <a:chOff x="7664400" y="299520"/>
              <a:chExt cx="2021400" cy="383760"/>
            </a:xfrm>
          </p:grpSpPr>
          <p:sp>
            <p:nvSpPr>
              <p:cNvPr id="358" name="Rectangle 147_1"/>
              <p:cNvSpPr/>
              <p:nvPr/>
            </p:nvSpPr>
            <p:spPr>
              <a:xfrm>
                <a:off x="7664400" y="299520"/>
                <a:ext cx="64764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59" name="Rectangle 148_1"/>
              <p:cNvSpPr/>
              <p:nvPr/>
            </p:nvSpPr>
            <p:spPr>
              <a:xfrm>
                <a:off x="8282520" y="33948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60" name="Group 89_2"/>
          <p:cNvGrpSpPr/>
          <p:nvPr/>
        </p:nvGrpSpPr>
        <p:grpSpPr>
          <a:xfrm>
            <a:off x="2057400" y="268560"/>
            <a:ext cx="4342320" cy="343800"/>
            <a:chOff x="2057400" y="268560"/>
            <a:chExt cx="4342320" cy="343800"/>
          </a:xfrm>
        </p:grpSpPr>
        <p:sp>
          <p:nvSpPr>
            <p:cNvPr id="361" name="Rectangle 93_2"/>
            <p:cNvSpPr/>
            <p:nvPr/>
          </p:nvSpPr>
          <p:spPr>
            <a:xfrm>
              <a:off x="2057400" y="268560"/>
              <a:ext cx="4342320" cy="34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2" name="Group 89_12"/>
          <p:cNvGrpSpPr/>
          <p:nvPr/>
        </p:nvGrpSpPr>
        <p:grpSpPr>
          <a:xfrm>
            <a:off x="2057400" y="2286000"/>
            <a:ext cx="5715000" cy="871560"/>
            <a:chOff x="2057400" y="2286000"/>
            <a:chExt cx="5715000" cy="871560"/>
          </a:xfrm>
        </p:grpSpPr>
        <p:sp>
          <p:nvSpPr>
            <p:cNvPr id="363" name="Rectangle 93_12"/>
            <p:cNvSpPr/>
            <p:nvPr/>
          </p:nvSpPr>
          <p:spPr>
            <a:xfrm>
              <a:off x="2057400" y="2286000"/>
              <a:ext cx="5715000" cy="87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Following slides are for combined Woods Creek and Apiary presentation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traight Connector 37_1"/>
          <p:cNvSpPr/>
          <p:nvPr/>
        </p:nvSpPr>
        <p:spPr>
          <a:xfrm>
            <a:off x="51840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Straight Connector 38_0"/>
          <p:cNvSpPr/>
          <p:nvPr/>
        </p:nvSpPr>
        <p:spPr>
          <a:xfrm>
            <a:off x="42696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Straight Connector 39_0"/>
          <p:cNvSpPr/>
          <p:nvPr/>
        </p:nvSpPr>
        <p:spPr>
          <a:xfrm>
            <a:off x="33552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Straight Connector 40_0"/>
          <p:cNvSpPr/>
          <p:nvPr/>
        </p:nvSpPr>
        <p:spPr>
          <a:xfrm>
            <a:off x="24408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traight Connector 41_0"/>
          <p:cNvSpPr/>
          <p:nvPr/>
        </p:nvSpPr>
        <p:spPr>
          <a:xfrm>
            <a:off x="60984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Straight Connector 42_0"/>
          <p:cNvSpPr/>
          <p:nvPr/>
        </p:nvSpPr>
        <p:spPr>
          <a:xfrm>
            <a:off x="70128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70" name="Straight Connector 43_0"/>
          <p:cNvSpPr/>
          <p:nvPr/>
        </p:nvSpPr>
        <p:spPr>
          <a:xfrm>
            <a:off x="79272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Straight Connector 44_0"/>
          <p:cNvSpPr/>
          <p:nvPr/>
        </p:nvSpPr>
        <p:spPr>
          <a:xfrm>
            <a:off x="88416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72" name="Straight Connector 45_0"/>
          <p:cNvSpPr/>
          <p:nvPr/>
        </p:nvSpPr>
        <p:spPr>
          <a:xfrm>
            <a:off x="9756000" y="1121400"/>
            <a:ext cx="360" cy="2286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Rectangle 46_0"/>
          <p:cNvSpPr/>
          <p:nvPr/>
        </p:nvSpPr>
        <p:spPr>
          <a:xfrm>
            <a:off x="22903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4" name="Rectangle 47_0"/>
          <p:cNvSpPr/>
          <p:nvPr/>
        </p:nvSpPr>
        <p:spPr>
          <a:xfrm>
            <a:off x="31327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5" name="Rectangle 48_0"/>
          <p:cNvSpPr/>
          <p:nvPr/>
        </p:nvSpPr>
        <p:spPr>
          <a:xfrm>
            <a:off x="40471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6" name="Rectangle 49_0"/>
          <p:cNvSpPr/>
          <p:nvPr/>
        </p:nvSpPr>
        <p:spPr>
          <a:xfrm>
            <a:off x="49615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7" name="Rectangle 50_0"/>
          <p:cNvSpPr/>
          <p:nvPr/>
        </p:nvSpPr>
        <p:spPr>
          <a:xfrm>
            <a:off x="5715000" y="354240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8" name="Rectangle 51_0"/>
          <p:cNvSpPr/>
          <p:nvPr/>
        </p:nvSpPr>
        <p:spPr>
          <a:xfrm>
            <a:off x="67903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79" name="Rectangle 52_0"/>
          <p:cNvSpPr/>
          <p:nvPr/>
        </p:nvSpPr>
        <p:spPr>
          <a:xfrm>
            <a:off x="7698600" y="3542400"/>
            <a:ext cx="528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0" name="Rectangle 53_0"/>
          <p:cNvSpPr/>
          <p:nvPr/>
        </p:nvSpPr>
        <p:spPr>
          <a:xfrm>
            <a:off x="86191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1" name="Rectangle 54_0"/>
          <p:cNvSpPr/>
          <p:nvPr/>
        </p:nvSpPr>
        <p:spPr>
          <a:xfrm>
            <a:off x="9533520" y="354240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2" name="Rectangle 55_0"/>
          <p:cNvSpPr/>
          <p:nvPr/>
        </p:nvSpPr>
        <p:spPr>
          <a:xfrm>
            <a:off x="914400" y="3542400"/>
            <a:ext cx="11754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ca. 1915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3" name="Rectangle 56_0"/>
          <p:cNvSpPr/>
          <p:nvPr/>
        </p:nvSpPr>
        <p:spPr>
          <a:xfrm>
            <a:off x="4919400" y="5140080"/>
            <a:ext cx="793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84" name="Rectangle 60_0"/>
          <p:cNvSpPr/>
          <p:nvPr/>
        </p:nvSpPr>
        <p:spPr>
          <a:xfrm>
            <a:off x="408600" y="2085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Light Thin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85" name="Rectangle 61_0"/>
          <p:cNvSpPr/>
          <p:nvPr/>
        </p:nvSpPr>
        <p:spPr>
          <a:xfrm>
            <a:off x="228600" y="2768400"/>
            <a:ext cx="1415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Unthinned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86" name="Straight Connector 62_0"/>
          <p:cNvSpPr/>
          <p:nvPr/>
        </p:nvSpPr>
        <p:spPr>
          <a:xfrm>
            <a:off x="1576800" y="1121760"/>
            <a:ext cx="23400" cy="3049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Rectangle 63_0"/>
          <p:cNvSpPr/>
          <p:nvPr/>
        </p:nvSpPr>
        <p:spPr>
          <a:xfrm>
            <a:off x="4269960" y="2721600"/>
            <a:ext cx="5483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grpSp>
        <p:nvGrpSpPr>
          <p:cNvPr id="388" name="Group 68_0"/>
          <p:cNvGrpSpPr/>
          <p:nvPr/>
        </p:nvGrpSpPr>
        <p:grpSpPr>
          <a:xfrm>
            <a:off x="1575000" y="1265400"/>
            <a:ext cx="2694960" cy="2774160"/>
            <a:chOff x="1575000" y="1265400"/>
            <a:chExt cx="2694960" cy="2774160"/>
          </a:xfrm>
        </p:grpSpPr>
        <p:sp>
          <p:nvSpPr>
            <p:cNvPr id="389" name="Rectangle 76_0"/>
            <p:cNvSpPr/>
            <p:nvPr/>
          </p:nvSpPr>
          <p:spPr>
            <a:xfrm>
              <a:off x="3355560" y="1350360"/>
              <a:ext cx="91440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0" name="Rectangle 78_0"/>
            <p:cNvSpPr/>
            <p:nvPr/>
          </p:nvSpPr>
          <p:spPr>
            <a:xfrm>
              <a:off x="1575000" y="1352880"/>
              <a:ext cx="178020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1" name="Rectangle 76_2"/>
            <p:cNvSpPr/>
            <p:nvPr/>
          </p:nvSpPr>
          <p:spPr>
            <a:xfrm>
              <a:off x="3355560" y="2034720"/>
              <a:ext cx="91440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2" name="Rectangle 78_2"/>
            <p:cNvSpPr/>
            <p:nvPr/>
          </p:nvSpPr>
          <p:spPr>
            <a:xfrm>
              <a:off x="1575000" y="2037240"/>
              <a:ext cx="178020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3" name="Rectangle 78_3"/>
            <p:cNvSpPr/>
            <p:nvPr/>
          </p:nvSpPr>
          <p:spPr>
            <a:xfrm>
              <a:off x="1575000" y="2721240"/>
              <a:ext cx="2694960" cy="45432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4" name=""/>
            <p:cNvSpPr/>
            <p:nvPr/>
          </p:nvSpPr>
          <p:spPr>
            <a:xfrm flipV="1">
              <a:off x="1792800" y="126540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5" name=""/>
            <p:cNvSpPr/>
            <p:nvPr/>
          </p:nvSpPr>
          <p:spPr>
            <a:xfrm flipV="1">
              <a:off x="1939680" y="126540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6" name=""/>
            <p:cNvSpPr/>
            <p:nvPr/>
          </p:nvSpPr>
          <p:spPr>
            <a:xfrm flipV="1">
              <a:off x="1756800" y="1985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7" name=""/>
            <p:cNvSpPr/>
            <p:nvPr/>
          </p:nvSpPr>
          <p:spPr>
            <a:xfrm flipV="1">
              <a:off x="1903680" y="1985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8" name=""/>
            <p:cNvSpPr/>
            <p:nvPr/>
          </p:nvSpPr>
          <p:spPr>
            <a:xfrm flipV="1">
              <a:off x="1756800" y="2669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9" name=""/>
            <p:cNvSpPr/>
            <p:nvPr/>
          </p:nvSpPr>
          <p:spPr>
            <a:xfrm flipV="1">
              <a:off x="1903680" y="2669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0" name=""/>
            <p:cNvSpPr/>
            <p:nvPr/>
          </p:nvSpPr>
          <p:spPr>
            <a:xfrm flipV="1">
              <a:off x="1792800" y="3353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1" name=""/>
            <p:cNvSpPr/>
            <p:nvPr/>
          </p:nvSpPr>
          <p:spPr>
            <a:xfrm flipV="1">
              <a:off x="1939680" y="3353760"/>
              <a:ext cx="310320" cy="68580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02" name="Group 79_0"/>
          <p:cNvGrpSpPr/>
          <p:nvPr/>
        </p:nvGrpSpPr>
        <p:grpSpPr>
          <a:xfrm>
            <a:off x="4269600" y="1350360"/>
            <a:ext cx="5701680" cy="1786320"/>
            <a:chOff x="4269600" y="1350360"/>
            <a:chExt cx="5701680" cy="1786320"/>
          </a:xfrm>
        </p:grpSpPr>
        <p:sp>
          <p:nvSpPr>
            <p:cNvPr id="403" name="Rectangle 80_0"/>
            <p:cNvSpPr/>
            <p:nvPr/>
          </p:nvSpPr>
          <p:spPr>
            <a:xfrm>
              <a:off x="4269600" y="1350360"/>
              <a:ext cx="54910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4" name="Rectangle 81_0"/>
            <p:cNvSpPr/>
            <p:nvPr/>
          </p:nvSpPr>
          <p:spPr>
            <a:xfrm>
              <a:off x="4269960" y="2035800"/>
              <a:ext cx="549072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5" name="Rectangle 86_0"/>
            <p:cNvSpPr/>
            <p:nvPr/>
          </p:nvSpPr>
          <p:spPr>
            <a:xfrm>
              <a:off x="4964400" y="1384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06" name="Rectangle 86_2"/>
            <p:cNvSpPr/>
            <p:nvPr/>
          </p:nvSpPr>
          <p:spPr>
            <a:xfrm>
              <a:off x="5864400" y="1384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07" name="Rectangle 86_5"/>
            <p:cNvSpPr/>
            <p:nvPr/>
          </p:nvSpPr>
          <p:spPr>
            <a:xfrm>
              <a:off x="7556400" y="1384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08" name="Rectangle 86_8"/>
            <p:cNvSpPr/>
            <p:nvPr/>
          </p:nvSpPr>
          <p:spPr>
            <a:xfrm>
              <a:off x="9500400" y="1384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09" name="Rectangle 86_3"/>
            <p:cNvSpPr/>
            <p:nvPr/>
          </p:nvSpPr>
          <p:spPr>
            <a:xfrm>
              <a:off x="4964400" y="2068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0" name="Rectangle 86_4"/>
            <p:cNvSpPr/>
            <p:nvPr/>
          </p:nvSpPr>
          <p:spPr>
            <a:xfrm>
              <a:off x="4964400" y="2752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1" name="Rectangle 86_6"/>
            <p:cNvSpPr/>
            <p:nvPr/>
          </p:nvSpPr>
          <p:spPr>
            <a:xfrm>
              <a:off x="5864400" y="2068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2" name="Rectangle 86_7"/>
            <p:cNvSpPr/>
            <p:nvPr/>
          </p:nvSpPr>
          <p:spPr>
            <a:xfrm>
              <a:off x="5864400" y="2752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3" name="Rectangle 86_9"/>
            <p:cNvSpPr/>
            <p:nvPr/>
          </p:nvSpPr>
          <p:spPr>
            <a:xfrm>
              <a:off x="7556400" y="2068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4" name="Rectangle 86_10"/>
            <p:cNvSpPr/>
            <p:nvPr/>
          </p:nvSpPr>
          <p:spPr>
            <a:xfrm>
              <a:off x="7556400" y="2752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5" name="Rectangle 86_11"/>
            <p:cNvSpPr/>
            <p:nvPr/>
          </p:nvSpPr>
          <p:spPr>
            <a:xfrm>
              <a:off x="9500400" y="2068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16" name="Rectangle 86_12"/>
            <p:cNvSpPr/>
            <p:nvPr/>
          </p:nvSpPr>
          <p:spPr>
            <a:xfrm>
              <a:off x="9500400" y="2752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417" name="Rectangle 88_0"/>
          <p:cNvSpPr/>
          <p:nvPr/>
        </p:nvSpPr>
        <p:spPr>
          <a:xfrm rot="16180800">
            <a:off x="-464040" y="1446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418" name="Group 89_7"/>
          <p:cNvGrpSpPr/>
          <p:nvPr/>
        </p:nvGrpSpPr>
        <p:grpSpPr>
          <a:xfrm>
            <a:off x="7520040" y="268560"/>
            <a:ext cx="3458880" cy="383760"/>
            <a:chOff x="7520040" y="268560"/>
            <a:chExt cx="3458880" cy="383760"/>
          </a:xfrm>
        </p:grpSpPr>
        <p:sp>
          <p:nvSpPr>
            <p:cNvPr id="419" name="Rectangle 90_0"/>
            <p:cNvSpPr/>
            <p:nvPr/>
          </p:nvSpPr>
          <p:spPr>
            <a:xfrm>
              <a:off x="7520040" y="268560"/>
              <a:ext cx="116676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20" name="Group 91_0"/>
            <p:cNvGrpSpPr/>
            <p:nvPr/>
          </p:nvGrpSpPr>
          <p:grpSpPr>
            <a:xfrm>
              <a:off x="7804800" y="268560"/>
              <a:ext cx="3174120" cy="383760"/>
              <a:chOff x="7804800" y="268560"/>
              <a:chExt cx="3174120" cy="383760"/>
            </a:xfrm>
          </p:grpSpPr>
          <p:sp>
            <p:nvSpPr>
              <p:cNvPr id="421" name="Rectangle 92_0"/>
              <p:cNvSpPr/>
              <p:nvPr/>
            </p:nvSpPr>
            <p:spPr>
              <a:xfrm>
                <a:off x="7804800" y="268560"/>
                <a:ext cx="97668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Max tree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422" name="Rectangle 93_7"/>
              <p:cNvSpPr/>
              <p:nvPr/>
            </p:nvSpPr>
            <p:spPr>
              <a:xfrm>
                <a:off x="8735040" y="308520"/>
                <a:ext cx="22438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423" name="Group 89_8"/>
          <p:cNvGrpSpPr/>
          <p:nvPr/>
        </p:nvGrpSpPr>
        <p:grpSpPr>
          <a:xfrm>
            <a:off x="2057400" y="268560"/>
            <a:ext cx="4342320" cy="343800"/>
            <a:chOff x="2057400" y="268560"/>
            <a:chExt cx="4342320" cy="343800"/>
          </a:xfrm>
        </p:grpSpPr>
        <p:sp>
          <p:nvSpPr>
            <p:cNvPr id="424" name="Rectangle 93_8"/>
            <p:cNvSpPr/>
            <p:nvPr/>
          </p:nvSpPr>
          <p:spPr>
            <a:xfrm>
              <a:off x="2057400" y="268560"/>
              <a:ext cx="4342320" cy="34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WOODS CREEK</a:t>
              </a:r>
              <a:endParaRPr b="0" lang="en-US" sz="2600" spc="-1" strike="noStrike">
                <a:latin typeface="Arial"/>
              </a:endParaRPr>
            </a:p>
          </p:txBody>
        </p:sp>
      </p:grpSp>
      <p:sp>
        <p:nvSpPr>
          <p:cNvPr id="425" name="Rectangle 60_2"/>
          <p:cNvSpPr/>
          <p:nvPr/>
        </p:nvSpPr>
        <p:spPr>
          <a:xfrm>
            <a:off x="336600" y="1401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Heavy Thin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3490560" y="2106720"/>
            <a:ext cx="62424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3488760" y="1411920"/>
            <a:ext cx="62424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2211120" y="1422000"/>
            <a:ext cx="1097280" cy="38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211120" y="2070000"/>
            <a:ext cx="1097280" cy="38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2211120" y="2790000"/>
            <a:ext cx="1097280" cy="38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817200" y="4170960"/>
            <a:ext cx="14688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re-seed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2" name="Rectangle 67_3"/>
          <p:cNvSpPr/>
          <p:nvPr/>
        </p:nvSpPr>
        <p:spPr>
          <a:xfrm>
            <a:off x="4029120" y="13896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33" name="Rectangle 67_0"/>
          <p:cNvSpPr/>
          <p:nvPr/>
        </p:nvSpPr>
        <p:spPr>
          <a:xfrm>
            <a:off x="4029120" y="20736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34" name="Rectangle 67_2"/>
          <p:cNvSpPr/>
          <p:nvPr/>
        </p:nvSpPr>
        <p:spPr>
          <a:xfrm>
            <a:off x="4029120" y="27576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traight Connector 37_2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Straight Connector 38_2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traight Connector 39_2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traight Connector 40_2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Straight Connector 41_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Straight Connector 42_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traight Connector 43_2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Straight Connector 44_2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Straight Connector 45_2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Rectangle 46_2"/>
          <p:cNvSpPr/>
          <p:nvPr/>
        </p:nvSpPr>
        <p:spPr>
          <a:xfrm>
            <a:off x="22903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45" name="Rectangle 47_2"/>
          <p:cNvSpPr/>
          <p:nvPr/>
        </p:nvSpPr>
        <p:spPr>
          <a:xfrm>
            <a:off x="31327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46" name="Rectangle 48_2"/>
          <p:cNvSpPr/>
          <p:nvPr/>
        </p:nvSpPr>
        <p:spPr>
          <a:xfrm>
            <a:off x="40471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47" name="Rectangle 49_2"/>
          <p:cNvSpPr/>
          <p:nvPr/>
        </p:nvSpPr>
        <p:spPr>
          <a:xfrm>
            <a:off x="49615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48" name="Rectangle 50_2"/>
          <p:cNvSpPr/>
          <p:nvPr/>
        </p:nvSpPr>
        <p:spPr>
          <a:xfrm>
            <a:off x="5715000" y="4358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49" name="Rectangle 51_2"/>
          <p:cNvSpPr/>
          <p:nvPr/>
        </p:nvSpPr>
        <p:spPr>
          <a:xfrm>
            <a:off x="67903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0" name="Rectangle 52_2"/>
          <p:cNvSpPr/>
          <p:nvPr/>
        </p:nvSpPr>
        <p:spPr>
          <a:xfrm>
            <a:off x="7698600" y="4358880"/>
            <a:ext cx="528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1" name="Rectangle 53_2"/>
          <p:cNvSpPr/>
          <p:nvPr/>
        </p:nvSpPr>
        <p:spPr>
          <a:xfrm>
            <a:off x="86191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2" name="Rectangle 54_2"/>
          <p:cNvSpPr/>
          <p:nvPr/>
        </p:nvSpPr>
        <p:spPr>
          <a:xfrm>
            <a:off x="9533520" y="4358880"/>
            <a:ext cx="48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3" name="Rectangle 55_2"/>
          <p:cNvSpPr/>
          <p:nvPr/>
        </p:nvSpPr>
        <p:spPr>
          <a:xfrm>
            <a:off x="1405800" y="4358880"/>
            <a:ext cx="684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4" name="Rectangle 56_2"/>
          <p:cNvSpPr/>
          <p:nvPr/>
        </p:nvSpPr>
        <p:spPr>
          <a:xfrm>
            <a:off x="4919400" y="4816080"/>
            <a:ext cx="793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5" name="Rectangle 57_0"/>
          <p:cNvSpPr/>
          <p:nvPr/>
        </p:nvSpPr>
        <p:spPr>
          <a:xfrm>
            <a:off x="457200" y="950400"/>
            <a:ext cx="1223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6" name="Rectangle 58_0"/>
          <p:cNvSpPr/>
          <p:nvPr/>
        </p:nvSpPr>
        <p:spPr>
          <a:xfrm>
            <a:off x="408600" y="1636200"/>
            <a:ext cx="1379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7" name="Rectangle 59_0"/>
          <p:cNvSpPr/>
          <p:nvPr/>
        </p:nvSpPr>
        <p:spPr>
          <a:xfrm>
            <a:off x="465120" y="2345400"/>
            <a:ext cx="11793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8" name="Rectangle 60_3"/>
          <p:cNvSpPr/>
          <p:nvPr/>
        </p:nvSpPr>
        <p:spPr>
          <a:xfrm>
            <a:off x="408600" y="3021480"/>
            <a:ext cx="134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9" name="Rectangle 61_2"/>
          <p:cNvSpPr/>
          <p:nvPr/>
        </p:nvSpPr>
        <p:spPr>
          <a:xfrm>
            <a:off x="541800" y="3704400"/>
            <a:ext cx="1102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60" name="Straight Connector 62_2"/>
          <p:cNvSpPr/>
          <p:nvPr/>
        </p:nvSpPr>
        <p:spPr>
          <a:xfrm>
            <a:off x="1576800" y="914760"/>
            <a:ext cx="23400" cy="3885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Rectangle 63_2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2" name="Rectangle 64_0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63" name="Rectangle 65_0"/>
          <p:cNvSpPr/>
          <p:nvPr/>
        </p:nvSpPr>
        <p:spPr>
          <a:xfrm>
            <a:off x="7855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64" name="Rectangle 67_4"/>
          <p:cNvSpPr/>
          <p:nvPr/>
        </p:nvSpPr>
        <p:spPr>
          <a:xfrm>
            <a:off x="3571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465" name="Group 68_2"/>
          <p:cNvGrpSpPr/>
          <p:nvPr/>
        </p:nvGrpSpPr>
        <p:grpSpPr>
          <a:xfrm>
            <a:off x="1575000" y="914400"/>
            <a:ext cx="8396280" cy="2511720"/>
            <a:chOff x="1575000" y="914400"/>
            <a:chExt cx="8396280" cy="2511720"/>
          </a:xfrm>
        </p:grpSpPr>
        <p:sp>
          <p:nvSpPr>
            <p:cNvPr id="466" name="Rectangle 69_0"/>
            <p:cNvSpPr/>
            <p:nvPr/>
          </p:nvSpPr>
          <p:spPr>
            <a:xfrm>
              <a:off x="6098400" y="914400"/>
              <a:ext cx="3642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67" name="Rectangle 70_0"/>
            <p:cNvSpPr/>
            <p:nvPr/>
          </p:nvSpPr>
          <p:spPr>
            <a:xfrm>
              <a:off x="6098760" y="1599840"/>
              <a:ext cx="364212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68" name="Rectangle 71_0"/>
            <p:cNvSpPr/>
            <p:nvPr/>
          </p:nvSpPr>
          <p:spPr>
            <a:xfrm>
              <a:off x="9500400" y="16347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69" name="Rectangle 72_0"/>
            <p:cNvSpPr/>
            <p:nvPr/>
          </p:nvSpPr>
          <p:spPr>
            <a:xfrm>
              <a:off x="9500400" y="9489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70" name="Rectangle 73_0"/>
            <p:cNvSpPr/>
            <p:nvPr/>
          </p:nvSpPr>
          <p:spPr>
            <a:xfrm>
              <a:off x="7867800" y="94896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71" name="Rectangle 74_0"/>
            <p:cNvSpPr/>
            <p:nvPr/>
          </p:nvSpPr>
          <p:spPr>
            <a:xfrm>
              <a:off x="7860960" y="163584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72" name="Rectangle 75_0"/>
            <p:cNvSpPr/>
            <p:nvPr/>
          </p:nvSpPr>
          <p:spPr>
            <a:xfrm>
              <a:off x="1576800" y="914400"/>
              <a:ext cx="45208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3" name="Rectangle 76_3"/>
            <p:cNvSpPr/>
            <p:nvPr/>
          </p:nvSpPr>
          <p:spPr>
            <a:xfrm>
              <a:off x="1576800" y="2286360"/>
              <a:ext cx="230832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4" name="Rectangle 77_0"/>
            <p:cNvSpPr/>
            <p:nvPr/>
          </p:nvSpPr>
          <p:spPr>
            <a:xfrm>
              <a:off x="1576800" y="1600560"/>
              <a:ext cx="452088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5" name="Rectangle 78_4"/>
            <p:cNvSpPr/>
            <p:nvPr/>
          </p:nvSpPr>
          <p:spPr>
            <a:xfrm>
              <a:off x="1575000" y="2971800"/>
              <a:ext cx="2310120" cy="45432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76" name="Group 79_2"/>
          <p:cNvGrpSpPr/>
          <p:nvPr/>
        </p:nvGrpSpPr>
        <p:grpSpPr>
          <a:xfrm>
            <a:off x="3886200" y="2286360"/>
            <a:ext cx="6104880" cy="1139760"/>
            <a:chOff x="3886200" y="2286360"/>
            <a:chExt cx="6104880" cy="1139760"/>
          </a:xfrm>
        </p:grpSpPr>
        <p:sp>
          <p:nvSpPr>
            <p:cNvPr id="477" name="Rectangle 80_2"/>
            <p:cNvSpPr/>
            <p:nvPr/>
          </p:nvSpPr>
          <p:spPr>
            <a:xfrm>
              <a:off x="3886200" y="2286360"/>
              <a:ext cx="5874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8" name="Rectangle 81_2"/>
            <p:cNvSpPr/>
            <p:nvPr/>
          </p:nvSpPr>
          <p:spPr>
            <a:xfrm>
              <a:off x="3886200" y="2971800"/>
              <a:ext cx="5874480" cy="4543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9" name="Rectangle 82_0"/>
            <p:cNvSpPr/>
            <p:nvPr/>
          </p:nvSpPr>
          <p:spPr>
            <a:xfrm>
              <a:off x="9520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80" name="Rectangle 83_0"/>
            <p:cNvSpPr/>
            <p:nvPr/>
          </p:nvSpPr>
          <p:spPr>
            <a:xfrm>
              <a:off x="9520200" y="232236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81" name="Rectangle 84_0"/>
            <p:cNvSpPr/>
            <p:nvPr/>
          </p:nvSpPr>
          <p:spPr>
            <a:xfrm>
              <a:off x="7851600" y="300780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82" name="Rectangle 85_0"/>
            <p:cNvSpPr/>
            <p:nvPr/>
          </p:nvSpPr>
          <p:spPr>
            <a:xfrm>
              <a:off x="7857360" y="2320920"/>
              <a:ext cx="46152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83" name="Rectangle 86_13"/>
            <p:cNvSpPr/>
            <p:nvPr/>
          </p:nvSpPr>
          <p:spPr>
            <a:xfrm>
              <a:off x="4964400" y="232092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484" name="Rectangle 87_0"/>
            <p:cNvSpPr/>
            <p:nvPr/>
          </p:nvSpPr>
          <p:spPr>
            <a:xfrm>
              <a:off x="4948200" y="3007800"/>
              <a:ext cx="470880" cy="38376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485" name="Rectangle 88_2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486" name="Group 89_10"/>
          <p:cNvGrpSpPr/>
          <p:nvPr/>
        </p:nvGrpSpPr>
        <p:grpSpPr>
          <a:xfrm>
            <a:off x="7592400" y="228600"/>
            <a:ext cx="2006280" cy="383760"/>
            <a:chOff x="7592400" y="228600"/>
            <a:chExt cx="2006280" cy="383760"/>
          </a:xfrm>
        </p:grpSpPr>
        <p:sp>
          <p:nvSpPr>
            <p:cNvPr id="487" name="Rectangle 90_2"/>
            <p:cNvSpPr/>
            <p:nvPr/>
          </p:nvSpPr>
          <p:spPr>
            <a:xfrm>
              <a:off x="7772400" y="26856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88" name="Group 91_2"/>
            <p:cNvGrpSpPr/>
            <p:nvPr/>
          </p:nvGrpSpPr>
          <p:grpSpPr>
            <a:xfrm>
              <a:off x="7592400" y="228600"/>
              <a:ext cx="1985400" cy="383760"/>
              <a:chOff x="7592400" y="228600"/>
              <a:chExt cx="1985400" cy="383760"/>
            </a:xfrm>
          </p:grpSpPr>
          <p:sp>
            <p:nvSpPr>
              <p:cNvPr id="489" name="Rectangle 92_2"/>
              <p:cNvSpPr/>
              <p:nvPr/>
            </p:nvSpPr>
            <p:spPr>
              <a:xfrm>
                <a:off x="7592400" y="228600"/>
                <a:ext cx="61092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490" name="Rectangle 93_10"/>
              <p:cNvSpPr/>
              <p:nvPr/>
            </p:nvSpPr>
            <p:spPr>
              <a:xfrm>
                <a:off x="8174520" y="26856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491" name="TextBox 96_0"/>
          <p:cNvSpPr/>
          <p:nvPr/>
        </p:nvSpPr>
        <p:spPr>
          <a:xfrm>
            <a:off x="4114800" y="623880"/>
            <a:ext cx="22845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TextBox 97_0"/>
          <p:cNvSpPr/>
          <p:nvPr/>
        </p:nvSpPr>
        <p:spPr>
          <a:xfrm>
            <a:off x="8330760" y="613800"/>
            <a:ext cx="12747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93" name="Group 89_11"/>
          <p:cNvGrpSpPr/>
          <p:nvPr/>
        </p:nvGrpSpPr>
        <p:grpSpPr>
          <a:xfrm>
            <a:off x="2057400" y="268560"/>
            <a:ext cx="1371600" cy="343800"/>
            <a:chOff x="2057400" y="268560"/>
            <a:chExt cx="1371600" cy="343800"/>
          </a:xfrm>
        </p:grpSpPr>
        <p:sp>
          <p:nvSpPr>
            <p:cNvPr id="494" name="Rectangle 93_11"/>
            <p:cNvSpPr/>
            <p:nvPr/>
          </p:nvSpPr>
          <p:spPr>
            <a:xfrm>
              <a:off x="2057400" y="268560"/>
              <a:ext cx="1371600" cy="34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495" name=""/>
          <p:cNvSpPr txBox="1"/>
          <p:nvPr/>
        </p:nvSpPr>
        <p:spPr>
          <a:xfrm>
            <a:off x="817200" y="4800600"/>
            <a:ext cx="14688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re-plant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6" name="Rectangle 57_2"/>
          <p:cNvSpPr/>
          <p:nvPr/>
        </p:nvSpPr>
        <p:spPr>
          <a:xfrm>
            <a:off x="2797200" y="950400"/>
            <a:ext cx="20376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7" name="Rectangle 57_3"/>
          <p:cNvSpPr/>
          <p:nvPr/>
        </p:nvSpPr>
        <p:spPr>
          <a:xfrm>
            <a:off x="2797200" y="1634400"/>
            <a:ext cx="20376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8" name="Rectangle 57_4"/>
          <p:cNvSpPr/>
          <p:nvPr/>
        </p:nvSpPr>
        <p:spPr>
          <a:xfrm>
            <a:off x="1897200" y="2318400"/>
            <a:ext cx="20376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9" name="Rectangle 57_5"/>
          <p:cNvSpPr/>
          <p:nvPr/>
        </p:nvSpPr>
        <p:spPr>
          <a:xfrm>
            <a:off x="1897200" y="3002400"/>
            <a:ext cx="20376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Straight Connector 98_1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traight Connector 99_0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2" name="Straight Connector 100_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traight Connector 101_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Straight Connector 102_0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Straight Connector 103_0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6" name="Straight Connector 104_0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Straight Connector 105_0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Straight Connector 106_0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Rectangle 107_0"/>
          <p:cNvSpPr/>
          <p:nvPr/>
        </p:nvSpPr>
        <p:spPr>
          <a:xfrm>
            <a:off x="2290320" y="4358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0" name="Rectangle 108_0"/>
          <p:cNvSpPr/>
          <p:nvPr/>
        </p:nvSpPr>
        <p:spPr>
          <a:xfrm>
            <a:off x="31327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1" name="Rectangle 109_0"/>
          <p:cNvSpPr/>
          <p:nvPr/>
        </p:nvSpPr>
        <p:spPr>
          <a:xfrm>
            <a:off x="40471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2" name="Rectangle 110_0"/>
          <p:cNvSpPr/>
          <p:nvPr/>
        </p:nvSpPr>
        <p:spPr>
          <a:xfrm>
            <a:off x="49615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3" name="Rectangle 111_0"/>
          <p:cNvSpPr/>
          <p:nvPr/>
        </p:nvSpPr>
        <p:spPr>
          <a:xfrm>
            <a:off x="58759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4" name="Rectangle 112_0"/>
          <p:cNvSpPr/>
          <p:nvPr/>
        </p:nvSpPr>
        <p:spPr>
          <a:xfrm>
            <a:off x="67903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5" name="Rectangle 113_0"/>
          <p:cNvSpPr/>
          <p:nvPr/>
        </p:nvSpPr>
        <p:spPr>
          <a:xfrm>
            <a:off x="7698600" y="4358880"/>
            <a:ext cx="454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6" name="Rectangle 114_0"/>
          <p:cNvSpPr/>
          <p:nvPr/>
        </p:nvSpPr>
        <p:spPr>
          <a:xfrm>
            <a:off x="86191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7" name="Rectangle 115_0"/>
          <p:cNvSpPr/>
          <p:nvPr/>
        </p:nvSpPr>
        <p:spPr>
          <a:xfrm>
            <a:off x="9533520" y="4358880"/>
            <a:ext cx="4312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8" name="Rectangle 116_0"/>
          <p:cNvSpPr/>
          <p:nvPr/>
        </p:nvSpPr>
        <p:spPr>
          <a:xfrm>
            <a:off x="1405800" y="4358880"/>
            <a:ext cx="3045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9" name="Rectangle 117_0"/>
          <p:cNvSpPr/>
          <p:nvPr/>
        </p:nvSpPr>
        <p:spPr>
          <a:xfrm>
            <a:off x="4233600" y="4816080"/>
            <a:ext cx="3233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0" name="Rectangle 118_0"/>
          <p:cNvSpPr/>
          <p:nvPr/>
        </p:nvSpPr>
        <p:spPr>
          <a:xfrm>
            <a:off x="658800" y="950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1" name="Rectangle 119_0"/>
          <p:cNvSpPr/>
          <p:nvPr/>
        </p:nvSpPr>
        <p:spPr>
          <a:xfrm>
            <a:off x="586800" y="16362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2" name="Rectangle 120_0"/>
          <p:cNvSpPr/>
          <p:nvPr/>
        </p:nvSpPr>
        <p:spPr>
          <a:xfrm>
            <a:off x="658800" y="2345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3" name="Rectangle 121_0"/>
          <p:cNvSpPr/>
          <p:nvPr/>
        </p:nvSpPr>
        <p:spPr>
          <a:xfrm>
            <a:off x="550800" y="302148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4" name="Rectangle 122_0"/>
          <p:cNvSpPr/>
          <p:nvPr/>
        </p:nvSpPr>
        <p:spPr>
          <a:xfrm>
            <a:off x="766800" y="3704400"/>
            <a:ext cx="10216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5" name="Straight Connector 123_0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Rectangle 124_0"/>
          <p:cNvSpPr/>
          <p:nvPr/>
        </p:nvSpPr>
        <p:spPr>
          <a:xfrm>
            <a:off x="1577160" y="914760"/>
            <a:ext cx="36547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Rectangle 125_0"/>
          <p:cNvSpPr/>
          <p:nvPr/>
        </p:nvSpPr>
        <p:spPr>
          <a:xfrm>
            <a:off x="1577160" y="1600200"/>
            <a:ext cx="36547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Rectangle 126_0"/>
          <p:cNvSpPr/>
          <p:nvPr/>
        </p:nvSpPr>
        <p:spPr>
          <a:xfrm>
            <a:off x="1576800" y="2286360"/>
            <a:ext cx="59659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Rectangle 127_0"/>
          <p:cNvSpPr/>
          <p:nvPr/>
        </p:nvSpPr>
        <p:spPr>
          <a:xfrm>
            <a:off x="1576800" y="2971800"/>
            <a:ext cx="59659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Rectangle 128_0"/>
          <p:cNvSpPr/>
          <p:nvPr/>
        </p:nvSpPr>
        <p:spPr>
          <a:xfrm>
            <a:off x="1576800" y="3657600"/>
            <a:ext cx="817668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Rectangle 129_0"/>
          <p:cNvSpPr/>
          <p:nvPr/>
        </p:nvSpPr>
        <p:spPr>
          <a:xfrm>
            <a:off x="9516600" y="36921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2" name="Rectangle 130_0"/>
          <p:cNvSpPr/>
          <p:nvPr/>
        </p:nvSpPr>
        <p:spPr>
          <a:xfrm>
            <a:off x="7288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3" name="Rectangle 131_0"/>
          <p:cNvSpPr/>
          <p:nvPr/>
        </p:nvSpPr>
        <p:spPr>
          <a:xfrm>
            <a:off x="7288200" y="232236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4" name="Rectangle 132_0"/>
          <p:cNvSpPr/>
          <p:nvPr/>
        </p:nvSpPr>
        <p:spPr>
          <a:xfrm>
            <a:off x="4991400" y="16351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5" name="Rectangle 133_0"/>
          <p:cNvSpPr/>
          <p:nvPr/>
        </p:nvSpPr>
        <p:spPr>
          <a:xfrm>
            <a:off x="4991400" y="949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6" name="Rectangle 134_0"/>
          <p:cNvSpPr/>
          <p:nvPr/>
        </p:nvSpPr>
        <p:spPr>
          <a:xfrm>
            <a:off x="7819200" y="369216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7" name="Rectangle 136_0"/>
          <p:cNvSpPr/>
          <p:nvPr/>
        </p:nvSpPr>
        <p:spPr>
          <a:xfrm>
            <a:off x="3283200" y="36853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8" name="Rectangle 137_0"/>
          <p:cNvSpPr/>
          <p:nvPr/>
        </p:nvSpPr>
        <p:spPr>
          <a:xfrm>
            <a:off x="5763600" y="30078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9" name="Rectangle 138_0"/>
          <p:cNvSpPr/>
          <p:nvPr/>
        </p:nvSpPr>
        <p:spPr>
          <a:xfrm>
            <a:off x="5769360" y="23209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0" name="Rectangle 139_0"/>
          <p:cNvSpPr/>
          <p:nvPr/>
        </p:nvSpPr>
        <p:spPr>
          <a:xfrm>
            <a:off x="3286800" y="94932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1" name="Rectangle 140_0"/>
          <p:cNvSpPr/>
          <p:nvPr/>
        </p:nvSpPr>
        <p:spPr>
          <a:xfrm>
            <a:off x="3279960" y="1636200"/>
            <a:ext cx="46152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2" name="Rectangle 141_0"/>
          <p:cNvSpPr/>
          <p:nvPr/>
        </p:nvSpPr>
        <p:spPr>
          <a:xfrm>
            <a:off x="2876400" y="232092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3" name="Rectangle 142_0"/>
          <p:cNvSpPr/>
          <p:nvPr/>
        </p:nvSpPr>
        <p:spPr>
          <a:xfrm>
            <a:off x="2860200" y="3007800"/>
            <a:ext cx="470880" cy="38376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4" name="Rectangle 143_0"/>
          <p:cNvSpPr/>
          <p:nvPr/>
        </p:nvSpPr>
        <p:spPr>
          <a:xfrm rot="16180800">
            <a:off x="-392040" y="2382840"/>
            <a:ext cx="1403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545" name="Group 144_0"/>
          <p:cNvGrpSpPr/>
          <p:nvPr/>
        </p:nvGrpSpPr>
        <p:grpSpPr>
          <a:xfrm>
            <a:off x="7664400" y="299520"/>
            <a:ext cx="2021400" cy="383760"/>
            <a:chOff x="7664400" y="299520"/>
            <a:chExt cx="2021400" cy="383760"/>
          </a:xfrm>
        </p:grpSpPr>
        <p:sp>
          <p:nvSpPr>
            <p:cNvPr id="546" name="Rectangle 145_0"/>
            <p:cNvSpPr/>
            <p:nvPr/>
          </p:nvSpPr>
          <p:spPr>
            <a:xfrm>
              <a:off x="7772400" y="339480"/>
              <a:ext cx="1826280" cy="343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547" name="Group 146_0"/>
            <p:cNvGrpSpPr/>
            <p:nvPr/>
          </p:nvGrpSpPr>
          <p:grpSpPr>
            <a:xfrm>
              <a:off x="7664400" y="299520"/>
              <a:ext cx="2021400" cy="383760"/>
              <a:chOff x="7664400" y="299520"/>
              <a:chExt cx="2021400" cy="383760"/>
            </a:xfrm>
          </p:grpSpPr>
          <p:sp>
            <p:nvSpPr>
              <p:cNvPr id="548" name="Rectangle 147_0"/>
              <p:cNvSpPr/>
              <p:nvPr/>
            </p:nvSpPr>
            <p:spPr>
              <a:xfrm>
                <a:off x="7664400" y="299520"/>
                <a:ext cx="647640" cy="38376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549" name="Rectangle 148_0"/>
              <p:cNvSpPr/>
              <p:nvPr/>
            </p:nvSpPr>
            <p:spPr>
              <a:xfrm>
                <a:off x="8282520" y="339480"/>
                <a:ext cx="1403280" cy="3438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550" name="Group 89_9"/>
          <p:cNvGrpSpPr/>
          <p:nvPr/>
        </p:nvGrpSpPr>
        <p:grpSpPr>
          <a:xfrm>
            <a:off x="2057400" y="271440"/>
            <a:ext cx="1371600" cy="343800"/>
            <a:chOff x="2057400" y="271440"/>
            <a:chExt cx="1371600" cy="343800"/>
          </a:xfrm>
        </p:grpSpPr>
        <p:sp>
          <p:nvSpPr>
            <p:cNvPr id="551" name="Rectangle 93_9"/>
            <p:cNvSpPr/>
            <p:nvPr/>
          </p:nvSpPr>
          <p:spPr>
            <a:xfrm>
              <a:off x="2057400" y="271440"/>
              <a:ext cx="1371600" cy="34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3330</TotalTime>
  <Application>LibreOffice/7.1.5.2$Windows_X86_64 LibreOffice_project/85f04e9f809797b8199d13c421bd8a2b025d52b5</Application>
  <AppVersion>15.0000</AppVersion>
  <Words>244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2022-08-25T09:31:38Z</dcterms:modified>
  <cp:revision>24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4</vt:i4>
  </property>
</Properties>
</file>