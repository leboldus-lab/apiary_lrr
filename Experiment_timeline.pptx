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0920" cy="4385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/>
          <p:nvPr/>
        </p:nvSpPr>
        <p:spPr>
          <a:xfrm>
            <a:off x="2290320" y="4682880"/>
            <a:ext cx="48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132720" y="4682880"/>
            <a:ext cx="48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4047120" y="4682880"/>
            <a:ext cx="48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4961520" y="4682880"/>
            <a:ext cx="48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5715000" y="4682880"/>
            <a:ext cx="6858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790320" y="4682880"/>
            <a:ext cx="48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7698600" y="4682880"/>
            <a:ext cx="5302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619120" y="4682880"/>
            <a:ext cx="48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9533520" y="4682880"/>
            <a:ext cx="48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405800" y="4682880"/>
            <a:ext cx="6858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919400" y="5140080"/>
            <a:ext cx="7948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457200" y="950400"/>
            <a:ext cx="1225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408600" y="1636200"/>
            <a:ext cx="13816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65120" y="2345400"/>
            <a:ext cx="11811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408600" y="3021480"/>
            <a:ext cx="13456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541800" y="3704400"/>
            <a:ext cx="1104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"/>
          <p:cNvSpPr/>
          <p:nvPr/>
        </p:nvSpPr>
        <p:spPr>
          <a:xfrm>
            <a:off x="1576800" y="3657600"/>
            <a:ext cx="8178480" cy="456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"/>
          <p:cNvSpPr/>
          <p:nvPr/>
        </p:nvSpPr>
        <p:spPr>
          <a:xfrm>
            <a:off x="9516600" y="369216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855200" y="3692160"/>
            <a:ext cx="46332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9516960" y="369252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463200" y="368532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grpSp>
        <p:nvGrpSpPr>
          <p:cNvPr id="69" name=""/>
          <p:cNvGrpSpPr/>
          <p:nvPr/>
        </p:nvGrpSpPr>
        <p:grpSpPr>
          <a:xfrm>
            <a:off x="1575000" y="914400"/>
            <a:ext cx="8398080" cy="2513520"/>
            <a:chOff x="1575000" y="914400"/>
            <a:chExt cx="8398080" cy="2513520"/>
          </a:xfrm>
        </p:grpSpPr>
        <p:sp>
          <p:nvSpPr>
            <p:cNvPr id="70" name=""/>
            <p:cNvSpPr/>
            <p:nvPr/>
          </p:nvSpPr>
          <p:spPr>
            <a:xfrm>
              <a:off x="5184000" y="914400"/>
              <a:ext cx="4558680" cy="4561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"/>
            <p:cNvSpPr/>
            <p:nvPr/>
          </p:nvSpPr>
          <p:spPr>
            <a:xfrm>
              <a:off x="5184000" y="1599840"/>
              <a:ext cx="4558680" cy="4561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" name=""/>
            <p:cNvSpPr/>
            <p:nvPr/>
          </p:nvSpPr>
          <p:spPr>
            <a:xfrm>
              <a:off x="9500400" y="1634760"/>
              <a:ext cx="47268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3" name=""/>
            <p:cNvSpPr/>
            <p:nvPr/>
          </p:nvSpPr>
          <p:spPr>
            <a:xfrm>
              <a:off x="9500400" y="948960"/>
              <a:ext cx="47268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7867800" y="948960"/>
              <a:ext cx="46332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7860960" y="1635840"/>
              <a:ext cx="46332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1576800" y="914400"/>
              <a:ext cx="3606480" cy="4561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"/>
            <p:cNvSpPr/>
            <p:nvPr/>
          </p:nvSpPr>
          <p:spPr>
            <a:xfrm>
              <a:off x="1576800" y="2286360"/>
              <a:ext cx="1777680" cy="4561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"/>
            <p:cNvSpPr/>
            <p:nvPr/>
          </p:nvSpPr>
          <p:spPr>
            <a:xfrm>
              <a:off x="1576800" y="1600560"/>
              <a:ext cx="3606480" cy="4561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" name=""/>
            <p:cNvSpPr/>
            <p:nvPr/>
          </p:nvSpPr>
          <p:spPr>
            <a:xfrm>
              <a:off x="1575000" y="2971800"/>
              <a:ext cx="1779480" cy="4561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" name=""/>
          <p:cNvGrpSpPr/>
          <p:nvPr/>
        </p:nvGrpSpPr>
        <p:grpSpPr>
          <a:xfrm>
            <a:off x="3355200" y="2286360"/>
            <a:ext cx="6637680" cy="1141560"/>
            <a:chOff x="3355200" y="2286360"/>
            <a:chExt cx="6637680" cy="1141560"/>
          </a:xfrm>
        </p:grpSpPr>
        <p:sp>
          <p:nvSpPr>
            <p:cNvPr id="81" name=""/>
            <p:cNvSpPr/>
            <p:nvPr/>
          </p:nvSpPr>
          <p:spPr>
            <a:xfrm>
              <a:off x="3355200" y="2286360"/>
              <a:ext cx="6407280" cy="4561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"/>
            <p:cNvSpPr/>
            <p:nvPr/>
          </p:nvSpPr>
          <p:spPr>
            <a:xfrm>
              <a:off x="3355200" y="2971800"/>
              <a:ext cx="6407280" cy="4561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" name=""/>
            <p:cNvSpPr/>
            <p:nvPr/>
          </p:nvSpPr>
          <p:spPr>
            <a:xfrm>
              <a:off x="9520200" y="3007800"/>
              <a:ext cx="47268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4" name=""/>
            <p:cNvSpPr/>
            <p:nvPr/>
          </p:nvSpPr>
          <p:spPr>
            <a:xfrm>
              <a:off x="9520200" y="2322360"/>
              <a:ext cx="47268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5" name=""/>
            <p:cNvSpPr/>
            <p:nvPr/>
          </p:nvSpPr>
          <p:spPr>
            <a:xfrm>
              <a:off x="7851600" y="3007800"/>
              <a:ext cx="46332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6" name=""/>
            <p:cNvSpPr/>
            <p:nvPr/>
          </p:nvSpPr>
          <p:spPr>
            <a:xfrm>
              <a:off x="7857360" y="2320920"/>
              <a:ext cx="46332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4964400" y="2320920"/>
              <a:ext cx="472680" cy="38556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4948200" y="3007800"/>
              <a:ext cx="472680" cy="3855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</p:grpSp>
      <p:sp>
        <p:nvSpPr>
          <p:cNvPr id="89" name=""/>
          <p:cNvSpPr/>
          <p:nvPr/>
        </p:nvSpPr>
        <p:spPr>
          <a:xfrm rot="16180800">
            <a:off x="-392040" y="2382840"/>
            <a:ext cx="14050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90" name=""/>
          <p:cNvGrpSpPr/>
          <p:nvPr/>
        </p:nvGrpSpPr>
        <p:grpSpPr>
          <a:xfrm>
            <a:off x="7592400" y="228600"/>
            <a:ext cx="2008080" cy="385560"/>
            <a:chOff x="7592400" y="228600"/>
            <a:chExt cx="2008080" cy="385560"/>
          </a:xfrm>
        </p:grpSpPr>
        <p:sp>
          <p:nvSpPr>
            <p:cNvPr id="91" name=""/>
            <p:cNvSpPr/>
            <p:nvPr/>
          </p:nvSpPr>
          <p:spPr>
            <a:xfrm>
              <a:off x="7772400" y="268560"/>
              <a:ext cx="1828080" cy="3456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2" name=""/>
            <p:cNvGrpSpPr/>
            <p:nvPr/>
          </p:nvGrpSpPr>
          <p:grpSpPr>
            <a:xfrm>
              <a:off x="7592400" y="228600"/>
              <a:ext cx="1987200" cy="385560"/>
              <a:chOff x="7592400" y="228600"/>
              <a:chExt cx="1987200" cy="385560"/>
            </a:xfrm>
          </p:grpSpPr>
          <p:sp>
            <p:nvSpPr>
              <p:cNvPr id="93" name=""/>
              <p:cNvSpPr/>
              <p:nvPr/>
            </p:nvSpPr>
            <p:spPr>
              <a:xfrm>
                <a:off x="7592400" y="228600"/>
                <a:ext cx="612720" cy="3855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94" name=""/>
              <p:cNvSpPr/>
              <p:nvPr/>
            </p:nvSpPr>
            <p:spPr>
              <a:xfrm>
                <a:off x="8174520" y="268560"/>
                <a:ext cx="1405080" cy="345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"/>
          <p:cNvSpPr/>
          <p:nvPr/>
        </p:nvSpPr>
        <p:spPr>
          <a:xfrm>
            <a:off x="2290320" y="4682880"/>
            <a:ext cx="3063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132720" y="4682880"/>
            <a:ext cx="433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047120" y="4682880"/>
            <a:ext cx="433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961520" y="4682880"/>
            <a:ext cx="433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5875920" y="4682880"/>
            <a:ext cx="433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6790320" y="4682880"/>
            <a:ext cx="433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7698600" y="4682880"/>
            <a:ext cx="456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8619120" y="4682880"/>
            <a:ext cx="433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9533520" y="4682880"/>
            <a:ext cx="433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1405800" y="4682880"/>
            <a:ext cx="3063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4233600" y="5140080"/>
            <a:ext cx="32356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658800" y="950400"/>
            <a:ext cx="102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586800" y="1636200"/>
            <a:ext cx="102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58800" y="2345400"/>
            <a:ext cx="102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550800" y="3021480"/>
            <a:ext cx="102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766800" y="3704400"/>
            <a:ext cx="1023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"/>
          <p:cNvSpPr/>
          <p:nvPr/>
        </p:nvSpPr>
        <p:spPr>
          <a:xfrm>
            <a:off x="1576800" y="914760"/>
            <a:ext cx="4520880" cy="456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"/>
          <p:cNvSpPr/>
          <p:nvPr/>
        </p:nvSpPr>
        <p:spPr>
          <a:xfrm>
            <a:off x="1576800" y="1600200"/>
            <a:ext cx="4520880" cy="456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"/>
          <p:cNvSpPr/>
          <p:nvPr/>
        </p:nvSpPr>
        <p:spPr>
          <a:xfrm>
            <a:off x="1576800" y="2286360"/>
            <a:ext cx="6349680" cy="456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"/>
          <p:cNvSpPr/>
          <p:nvPr/>
        </p:nvSpPr>
        <p:spPr>
          <a:xfrm>
            <a:off x="1576800" y="2971800"/>
            <a:ext cx="6349680" cy="456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"/>
          <p:cNvSpPr/>
          <p:nvPr/>
        </p:nvSpPr>
        <p:spPr>
          <a:xfrm>
            <a:off x="1576800" y="3657600"/>
            <a:ext cx="8178480" cy="456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"/>
          <p:cNvSpPr/>
          <p:nvPr/>
        </p:nvSpPr>
        <p:spPr>
          <a:xfrm>
            <a:off x="9516600" y="369216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7684200" y="300780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7684200" y="232236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5855400" y="163512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5855400" y="94932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7819200" y="3692160"/>
            <a:ext cx="46332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9516960" y="369252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3463200" y="368532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051600" y="3007800"/>
            <a:ext cx="46332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057360" y="2320920"/>
            <a:ext cx="46332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222800" y="949320"/>
            <a:ext cx="46332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4215960" y="1636200"/>
            <a:ext cx="46332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3128400" y="2320920"/>
            <a:ext cx="472680" cy="38556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3112200" y="3007800"/>
            <a:ext cx="472680" cy="3855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 rot="16180800">
            <a:off x="-392040" y="2382840"/>
            <a:ext cx="14050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1" name=""/>
          <p:cNvGrpSpPr/>
          <p:nvPr/>
        </p:nvGrpSpPr>
        <p:grpSpPr>
          <a:xfrm>
            <a:off x="7664400" y="299520"/>
            <a:ext cx="2023200" cy="385560"/>
            <a:chOff x="7664400" y="299520"/>
            <a:chExt cx="2023200" cy="385560"/>
          </a:xfrm>
        </p:grpSpPr>
        <p:sp>
          <p:nvSpPr>
            <p:cNvPr id="142" name=""/>
            <p:cNvSpPr/>
            <p:nvPr/>
          </p:nvSpPr>
          <p:spPr>
            <a:xfrm>
              <a:off x="7772400" y="339480"/>
              <a:ext cx="1828080" cy="3456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3" name=""/>
            <p:cNvGrpSpPr/>
            <p:nvPr/>
          </p:nvGrpSpPr>
          <p:grpSpPr>
            <a:xfrm>
              <a:off x="7664400" y="299520"/>
              <a:ext cx="2023200" cy="385560"/>
              <a:chOff x="7664400" y="299520"/>
              <a:chExt cx="2023200" cy="385560"/>
            </a:xfrm>
          </p:grpSpPr>
          <p:sp>
            <p:nvSpPr>
              <p:cNvPr id="144" name=""/>
              <p:cNvSpPr/>
              <p:nvPr/>
            </p:nvSpPr>
            <p:spPr>
              <a:xfrm>
                <a:off x="7664400" y="299520"/>
                <a:ext cx="649440" cy="3855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145" name=""/>
              <p:cNvSpPr/>
              <p:nvPr/>
            </p:nvSpPr>
            <p:spPr>
              <a:xfrm>
                <a:off x="8282520" y="339480"/>
                <a:ext cx="1405080" cy="345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1459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2022-02-01T12:57:29Z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