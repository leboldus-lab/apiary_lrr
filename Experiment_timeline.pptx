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traight Connector 37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Straight Connector 38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Straight Connector 39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Straight Connector 40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Straight Connector 4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Straight Connector 42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Straight Connector 43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traight Connector 44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traight Connector 45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Rectangle 46"/>
          <p:cNvSpPr/>
          <p:nvPr/>
        </p:nvSpPr>
        <p:spPr>
          <a:xfrm>
            <a:off x="22903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327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0471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9615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715000" y="4682880"/>
            <a:ext cx="684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7903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98600" y="4682880"/>
            <a:ext cx="5292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6191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95335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405800" y="4682880"/>
            <a:ext cx="684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919400" y="5140080"/>
            <a:ext cx="7938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57200" y="950400"/>
            <a:ext cx="1224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408600" y="1636200"/>
            <a:ext cx="1380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465120" y="2345400"/>
            <a:ext cx="11800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08600" y="3021480"/>
            <a:ext cx="1344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541800" y="3704400"/>
            <a:ext cx="1103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Straight Connector 62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Rectangle 63"/>
          <p:cNvSpPr/>
          <p:nvPr/>
        </p:nvSpPr>
        <p:spPr>
          <a:xfrm>
            <a:off x="1576800" y="3657600"/>
            <a:ext cx="81774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Rectangle 64"/>
          <p:cNvSpPr/>
          <p:nvPr/>
        </p:nvSpPr>
        <p:spPr>
          <a:xfrm>
            <a:off x="9516600" y="369216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855200" y="369216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7" name="Rectangle 67"/>
          <p:cNvSpPr/>
          <p:nvPr/>
        </p:nvSpPr>
        <p:spPr>
          <a:xfrm>
            <a:off x="3463200" y="36853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68" name="Group 68"/>
          <p:cNvGrpSpPr/>
          <p:nvPr/>
        </p:nvGrpSpPr>
        <p:grpSpPr>
          <a:xfrm>
            <a:off x="1575000" y="914400"/>
            <a:ext cx="8397000" cy="2512440"/>
            <a:chOff x="1575000" y="914400"/>
            <a:chExt cx="8397000" cy="2512440"/>
          </a:xfrm>
        </p:grpSpPr>
        <p:sp>
          <p:nvSpPr>
            <p:cNvPr id="69" name="Rectangle 69"/>
            <p:cNvSpPr/>
            <p:nvPr/>
          </p:nvSpPr>
          <p:spPr>
            <a:xfrm>
              <a:off x="5184000" y="914400"/>
              <a:ext cx="455760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" name="Rectangle 70"/>
            <p:cNvSpPr/>
            <p:nvPr/>
          </p:nvSpPr>
          <p:spPr>
            <a:xfrm>
              <a:off x="5184000" y="1599840"/>
              <a:ext cx="455760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Rectangle 71"/>
            <p:cNvSpPr/>
            <p:nvPr/>
          </p:nvSpPr>
          <p:spPr>
            <a:xfrm>
              <a:off x="9500400" y="163476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9500400" y="94896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867800" y="94896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7860960" y="163584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576800" y="914400"/>
              <a:ext cx="3605400" cy="4550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6" name="Rectangle 76"/>
            <p:cNvSpPr/>
            <p:nvPr/>
          </p:nvSpPr>
          <p:spPr>
            <a:xfrm>
              <a:off x="1576800" y="2286360"/>
              <a:ext cx="1776600" cy="4550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" name="Rectangle 77"/>
            <p:cNvSpPr/>
            <p:nvPr/>
          </p:nvSpPr>
          <p:spPr>
            <a:xfrm>
              <a:off x="1576800" y="1600560"/>
              <a:ext cx="3605400" cy="4550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Rectangle 78"/>
            <p:cNvSpPr/>
            <p:nvPr/>
          </p:nvSpPr>
          <p:spPr>
            <a:xfrm>
              <a:off x="1575000" y="2971800"/>
              <a:ext cx="1778400" cy="4550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9" name="Group 79"/>
          <p:cNvGrpSpPr/>
          <p:nvPr/>
        </p:nvGrpSpPr>
        <p:grpSpPr>
          <a:xfrm>
            <a:off x="3355200" y="2286360"/>
            <a:ext cx="6636600" cy="1140480"/>
            <a:chOff x="3355200" y="2286360"/>
            <a:chExt cx="6636600" cy="1140480"/>
          </a:xfrm>
        </p:grpSpPr>
        <p:sp>
          <p:nvSpPr>
            <p:cNvPr id="80" name="Rectangle 80"/>
            <p:cNvSpPr/>
            <p:nvPr/>
          </p:nvSpPr>
          <p:spPr>
            <a:xfrm>
              <a:off x="3355200" y="2286360"/>
              <a:ext cx="640620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" name="Rectangle 81"/>
            <p:cNvSpPr/>
            <p:nvPr/>
          </p:nvSpPr>
          <p:spPr>
            <a:xfrm>
              <a:off x="3355200" y="2971800"/>
              <a:ext cx="640620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Rectangle 82"/>
            <p:cNvSpPr/>
            <p:nvPr/>
          </p:nvSpPr>
          <p:spPr>
            <a:xfrm>
              <a:off x="9520200" y="300780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520200" y="232236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7851600" y="300780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7857360" y="232092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4964400" y="2320920"/>
              <a:ext cx="471600" cy="38448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4948200" y="300780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88" name="Rectangle 88"/>
          <p:cNvSpPr/>
          <p:nvPr/>
        </p:nvSpPr>
        <p:spPr>
          <a:xfrm rot="16180800">
            <a:off x="-392040" y="2382840"/>
            <a:ext cx="140400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89" name="Group 89"/>
          <p:cNvGrpSpPr/>
          <p:nvPr/>
        </p:nvGrpSpPr>
        <p:grpSpPr>
          <a:xfrm>
            <a:off x="7592400" y="228600"/>
            <a:ext cx="2007000" cy="384480"/>
            <a:chOff x="7592400" y="228600"/>
            <a:chExt cx="2007000" cy="384480"/>
          </a:xfrm>
        </p:grpSpPr>
        <p:sp>
          <p:nvSpPr>
            <p:cNvPr id="90" name="Rectangle 90"/>
            <p:cNvSpPr/>
            <p:nvPr/>
          </p:nvSpPr>
          <p:spPr>
            <a:xfrm>
              <a:off x="7772400" y="268560"/>
              <a:ext cx="1827000" cy="344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91" name="Group 91"/>
            <p:cNvGrpSpPr/>
            <p:nvPr/>
          </p:nvGrpSpPr>
          <p:grpSpPr>
            <a:xfrm>
              <a:off x="7592400" y="228600"/>
              <a:ext cx="1986120" cy="384480"/>
              <a:chOff x="7592400" y="228600"/>
              <a:chExt cx="1986120" cy="384480"/>
            </a:xfrm>
          </p:grpSpPr>
          <p:sp>
            <p:nvSpPr>
              <p:cNvPr id="92" name="Rectangle 92"/>
              <p:cNvSpPr/>
              <p:nvPr/>
            </p:nvSpPr>
            <p:spPr>
              <a:xfrm>
                <a:off x="7592400" y="228600"/>
                <a:ext cx="611640" cy="38448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93" name="Rectangle 93"/>
              <p:cNvSpPr/>
              <p:nvPr/>
            </p:nvSpPr>
            <p:spPr>
              <a:xfrm>
                <a:off x="8174520" y="268560"/>
                <a:ext cx="1404000" cy="344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94" name="Rectangle 94"/>
          <p:cNvSpPr/>
          <p:nvPr/>
        </p:nvSpPr>
        <p:spPr>
          <a:xfrm>
            <a:off x="3429000" y="685800"/>
            <a:ext cx="5028480" cy="388548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Rectangle 95"/>
          <p:cNvSpPr/>
          <p:nvPr/>
        </p:nvSpPr>
        <p:spPr>
          <a:xfrm>
            <a:off x="7772400" y="649800"/>
            <a:ext cx="2285280" cy="3885480"/>
          </a:xfrm>
          <a:prstGeom prst="rect">
            <a:avLst/>
          </a:prstGeom>
          <a:noFill/>
          <a:ln w="12600">
            <a:solidFill>
              <a:srgbClr val="8eb4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Box 96"/>
          <p:cNvSpPr/>
          <p:nvPr/>
        </p:nvSpPr>
        <p:spPr>
          <a:xfrm>
            <a:off x="4114800" y="623880"/>
            <a:ext cx="228528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97"/>
          <p:cNvSpPr/>
          <p:nvPr/>
        </p:nvSpPr>
        <p:spPr>
          <a:xfrm>
            <a:off x="8330760" y="613800"/>
            <a:ext cx="127548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98" name="Group 89_3"/>
          <p:cNvGrpSpPr/>
          <p:nvPr/>
        </p:nvGrpSpPr>
        <p:grpSpPr>
          <a:xfrm>
            <a:off x="2057400" y="268560"/>
            <a:ext cx="1143000" cy="645840"/>
            <a:chOff x="2057400" y="268560"/>
            <a:chExt cx="1143000" cy="645840"/>
          </a:xfrm>
        </p:grpSpPr>
        <p:sp>
          <p:nvSpPr>
            <p:cNvPr id="99" name="Rectangle 93_3"/>
            <p:cNvSpPr/>
            <p:nvPr/>
          </p:nvSpPr>
          <p:spPr>
            <a:xfrm>
              <a:off x="2057400" y="268560"/>
              <a:ext cx="1143000" cy="64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traight Connector 98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Straight Connector 99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traight Connector 100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Straight Connector 10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traight Connector 102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Straight Connector 103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Straight Connector 104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traight Connector 105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traight Connector 106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Rectangle 107"/>
          <p:cNvSpPr/>
          <p:nvPr/>
        </p:nvSpPr>
        <p:spPr>
          <a:xfrm>
            <a:off x="2290320" y="4682880"/>
            <a:ext cx="305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0" name="Rectangle 108"/>
          <p:cNvSpPr/>
          <p:nvPr/>
        </p:nvSpPr>
        <p:spPr>
          <a:xfrm>
            <a:off x="31327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1" name="Rectangle 109"/>
          <p:cNvSpPr/>
          <p:nvPr/>
        </p:nvSpPr>
        <p:spPr>
          <a:xfrm>
            <a:off x="40471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2" name="Rectangle 110"/>
          <p:cNvSpPr/>
          <p:nvPr/>
        </p:nvSpPr>
        <p:spPr>
          <a:xfrm>
            <a:off x="49615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3" name="Rectangle 111"/>
          <p:cNvSpPr/>
          <p:nvPr/>
        </p:nvSpPr>
        <p:spPr>
          <a:xfrm>
            <a:off x="58759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4" name="Rectangle 112"/>
          <p:cNvSpPr/>
          <p:nvPr/>
        </p:nvSpPr>
        <p:spPr>
          <a:xfrm>
            <a:off x="67903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5" name="Rectangle 113"/>
          <p:cNvSpPr/>
          <p:nvPr/>
        </p:nvSpPr>
        <p:spPr>
          <a:xfrm>
            <a:off x="7698600" y="4682880"/>
            <a:ext cx="455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6" name="Rectangle 114"/>
          <p:cNvSpPr/>
          <p:nvPr/>
        </p:nvSpPr>
        <p:spPr>
          <a:xfrm>
            <a:off x="86191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7" name="Rectangle 115"/>
          <p:cNvSpPr/>
          <p:nvPr/>
        </p:nvSpPr>
        <p:spPr>
          <a:xfrm>
            <a:off x="95335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8" name="Rectangle 116"/>
          <p:cNvSpPr/>
          <p:nvPr/>
        </p:nvSpPr>
        <p:spPr>
          <a:xfrm>
            <a:off x="1405800" y="4682880"/>
            <a:ext cx="305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9" name="Rectangle 117"/>
          <p:cNvSpPr/>
          <p:nvPr/>
        </p:nvSpPr>
        <p:spPr>
          <a:xfrm>
            <a:off x="4233600" y="5140080"/>
            <a:ext cx="3234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20" name="Rectangle 118"/>
          <p:cNvSpPr/>
          <p:nvPr/>
        </p:nvSpPr>
        <p:spPr>
          <a:xfrm>
            <a:off x="658800" y="9504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 119"/>
          <p:cNvSpPr/>
          <p:nvPr/>
        </p:nvSpPr>
        <p:spPr>
          <a:xfrm>
            <a:off x="586800" y="16362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 120"/>
          <p:cNvSpPr/>
          <p:nvPr/>
        </p:nvSpPr>
        <p:spPr>
          <a:xfrm>
            <a:off x="658800" y="23454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Rectangle 121"/>
          <p:cNvSpPr/>
          <p:nvPr/>
        </p:nvSpPr>
        <p:spPr>
          <a:xfrm>
            <a:off x="550800" y="302148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4" name="Rectangle 122"/>
          <p:cNvSpPr/>
          <p:nvPr/>
        </p:nvSpPr>
        <p:spPr>
          <a:xfrm>
            <a:off x="766800" y="37044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Straight Connector 123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Rectangle 124"/>
          <p:cNvSpPr/>
          <p:nvPr/>
        </p:nvSpPr>
        <p:spPr>
          <a:xfrm>
            <a:off x="1576800" y="914760"/>
            <a:ext cx="45198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Rectangle 125"/>
          <p:cNvSpPr/>
          <p:nvPr/>
        </p:nvSpPr>
        <p:spPr>
          <a:xfrm>
            <a:off x="1576800" y="1600200"/>
            <a:ext cx="45198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Rectangle 126"/>
          <p:cNvSpPr/>
          <p:nvPr/>
        </p:nvSpPr>
        <p:spPr>
          <a:xfrm>
            <a:off x="1576800" y="2286360"/>
            <a:ext cx="63486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Rectangle 127"/>
          <p:cNvSpPr/>
          <p:nvPr/>
        </p:nvSpPr>
        <p:spPr>
          <a:xfrm>
            <a:off x="1576800" y="2971800"/>
            <a:ext cx="63486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Rectangle 128"/>
          <p:cNvSpPr/>
          <p:nvPr/>
        </p:nvSpPr>
        <p:spPr>
          <a:xfrm>
            <a:off x="1576800" y="3657600"/>
            <a:ext cx="81774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Rectangle 129"/>
          <p:cNvSpPr/>
          <p:nvPr/>
        </p:nvSpPr>
        <p:spPr>
          <a:xfrm>
            <a:off x="9516600" y="369216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2" name="Rectangle 130"/>
          <p:cNvSpPr/>
          <p:nvPr/>
        </p:nvSpPr>
        <p:spPr>
          <a:xfrm>
            <a:off x="7684200" y="300780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3" name="Rectangle 131"/>
          <p:cNvSpPr/>
          <p:nvPr/>
        </p:nvSpPr>
        <p:spPr>
          <a:xfrm>
            <a:off x="7684200" y="232236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4" name="Rectangle 132"/>
          <p:cNvSpPr/>
          <p:nvPr/>
        </p:nvSpPr>
        <p:spPr>
          <a:xfrm>
            <a:off x="5855400" y="16351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5" name="Rectangle 133"/>
          <p:cNvSpPr/>
          <p:nvPr/>
        </p:nvSpPr>
        <p:spPr>
          <a:xfrm>
            <a:off x="5855400" y="9493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6" name="Rectangle 134"/>
          <p:cNvSpPr/>
          <p:nvPr/>
        </p:nvSpPr>
        <p:spPr>
          <a:xfrm>
            <a:off x="7819200" y="369216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3463200" y="36853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6051600" y="300780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6057360" y="232092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4222800" y="94932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4215960" y="163620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3128400" y="2320920"/>
            <a:ext cx="471600" cy="38448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3112200" y="300780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4" name="Rectangle 143"/>
          <p:cNvSpPr/>
          <p:nvPr/>
        </p:nvSpPr>
        <p:spPr>
          <a:xfrm rot="16180800">
            <a:off x="-392040" y="2382840"/>
            <a:ext cx="140400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5" name="Group 144"/>
          <p:cNvGrpSpPr/>
          <p:nvPr/>
        </p:nvGrpSpPr>
        <p:grpSpPr>
          <a:xfrm>
            <a:off x="7664400" y="299520"/>
            <a:ext cx="2022120" cy="384480"/>
            <a:chOff x="7664400" y="299520"/>
            <a:chExt cx="2022120" cy="384480"/>
          </a:xfrm>
        </p:grpSpPr>
        <p:sp>
          <p:nvSpPr>
            <p:cNvPr id="146" name="Rectangle 145"/>
            <p:cNvSpPr/>
            <p:nvPr/>
          </p:nvSpPr>
          <p:spPr>
            <a:xfrm>
              <a:off x="7772400" y="339480"/>
              <a:ext cx="1827000" cy="344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7" name="Group 146"/>
            <p:cNvGrpSpPr/>
            <p:nvPr/>
          </p:nvGrpSpPr>
          <p:grpSpPr>
            <a:xfrm>
              <a:off x="7664400" y="299520"/>
              <a:ext cx="2022120" cy="384480"/>
              <a:chOff x="7664400" y="299520"/>
              <a:chExt cx="2022120" cy="384480"/>
            </a:xfrm>
          </p:grpSpPr>
          <p:sp>
            <p:nvSpPr>
              <p:cNvPr id="148" name="Rectangle 147"/>
              <p:cNvSpPr/>
              <p:nvPr/>
            </p:nvSpPr>
            <p:spPr>
              <a:xfrm>
                <a:off x="7664400" y="299520"/>
                <a:ext cx="648360" cy="38448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49" name="Rectangle 148"/>
              <p:cNvSpPr/>
              <p:nvPr/>
            </p:nvSpPr>
            <p:spPr>
              <a:xfrm>
                <a:off x="8282520" y="339480"/>
                <a:ext cx="1404000" cy="344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150" name="Group 89_4"/>
          <p:cNvGrpSpPr/>
          <p:nvPr/>
        </p:nvGrpSpPr>
        <p:grpSpPr>
          <a:xfrm>
            <a:off x="2057400" y="268560"/>
            <a:ext cx="1143000" cy="645840"/>
            <a:chOff x="2057400" y="268560"/>
            <a:chExt cx="1143000" cy="645840"/>
          </a:xfrm>
        </p:grpSpPr>
        <p:sp>
          <p:nvSpPr>
            <p:cNvPr id="151" name="Rectangle 93_4"/>
            <p:cNvSpPr/>
            <p:nvPr/>
          </p:nvSpPr>
          <p:spPr>
            <a:xfrm>
              <a:off x="2057400" y="268560"/>
              <a:ext cx="1143000" cy="64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Rectangle 46"/>
          <p:cNvSpPr/>
          <p:nvPr/>
        </p:nvSpPr>
        <p:spPr>
          <a:xfrm>
            <a:off x="22903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3" name="Rectangle 47"/>
          <p:cNvSpPr/>
          <p:nvPr/>
        </p:nvSpPr>
        <p:spPr>
          <a:xfrm>
            <a:off x="31327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4" name="Rectangle 48"/>
          <p:cNvSpPr/>
          <p:nvPr/>
        </p:nvSpPr>
        <p:spPr>
          <a:xfrm>
            <a:off x="40471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5" name="Rectangle 49"/>
          <p:cNvSpPr/>
          <p:nvPr/>
        </p:nvSpPr>
        <p:spPr>
          <a:xfrm>
            <a:off x="49615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6" name="Rectangle 50"/>
          <p:cNvSpPr/>
          <p:nvPr/>
        </p:nvSpPr>
        <p:spPr>
          <a:xfrm>
            <a:off x="5715000" y="4682880"/>
            <a:ext cx="684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7" name="Rectangle 51"/>
          <p:cNvSpPr/>
          <p:nvPr/>
        </p:nvSpPr>
        <p:spPr>
          <a:xfrm>
            <a:off x="67903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Rectangle 52"/>
          <p:cNvSpPr/>
          <p:nvPr/>
        </p:nvSpPr>
        <p:spPr>
          <a:xfrm>
            <a:off x="7698600" y="4682880"/>
            <a:ext cx="5292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9" name="Rectangle 53"/>
          <p:cNvSpPr/>
          <p:nvPr/>
        </p:nvSpPr>
        <p:spPr>
          <a:xfrm>
            <a:off x="86191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0" name="Rectangle 54"/>
          <p:cNvSpPr/>
          <p:nvPr/>
        </p:nvSpPr>
        <p:spPr>
          <a:xfrm>
            <a:off x="95335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1" name="Rectangle 55"/>
          <p:cNvSpPr/>
          <p:nvPr/>
        </p:nvSpPr>
        <p:spPr>
          <a:xfrm>
            <a:off x="1405800" y="4682880"/>
            <a:ext cx="684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2" name="Rectangle 56"/>
          <p:cNvSpPr/>
          <p:nvPr/>
        </p:nvSpPr>
        <p:spPr>
          <a:xfrm>
            <a:off x="4919400" y="5140080"/>
            <a:ext cx="7938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3" name="Rectangle 59"/>
          <p:cNvSpPr/>
          <p:nvPr/>
        </p:nvSpPr>
        <p:spPr>
          <a:xfrm>
            <a:off x="465120" y="2345400"/>
            <a:ext cx="11800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4" name="Rectangle 60"/>
          <p:cNvSpPr/>
          <p:nvPr/>
        </p:nvSpPr>
        <p:spPr>
          <a:xfrm>
            <a:off x="408600" y="3021480"/>
            <a:ext cx="1344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5" name="Rectangle 61"/>
          <p:cNvSpPr/>
          <p:nvPr/>
        </p:nvSpPr>
        <p:spPr>
          <a:xfrm>
            <a:off x="541800" y="3704400"/>
            <a:ext cx="1103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166" name="Group 1"/>
          <p:cNvGrpSpPr/>
          <p:nvPr/>
        </p:nvGrpSpPr>
        <p:grpSpPr>
          <a:xfrm>
            <a:off x="1576800" y="2089800"/>
            <a:ext cx="8178120" cy="2253600"/>
            <a:chOff x="1576800" y="2089800"/>
            <a:chExt cx="8178120" cy="2253600"/>
          </a:xfrm>
        </p:grpSpPr>
        <p:sp>
          <p:nvSpPr>
            <p:cNvPr id="167" name="Straight Connector 37"/>
            <p:cNvSpPr/>
            <p:nvPr/>
          </p:nvSpPr>
          <p:spPr>
            <a:xfrm>
              <a:off x="51832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Straight Connector 38"/>
            <p:cNvSpPr/>
            <p:nvPr/>
          </p:nvSpPr>
          <p:spPr>
            <a:xfrm>
              <a:off x="42688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Straight Connector 39"/>
            <p:cNvSpPr/>
            <p:nvPr/>
          </p:nvSpPr>
          <p:spPr>
            <a:xfrm>
              <a:off x="33548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Straight Connector 40"/>
            <p:cNvSpPr/>
            <p:nvPr/>
          </p:nvSpPr>
          <p:spPr>
            <a:xfrm>
              <a:off x="24404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Straight Connector 41"/>
            <p:cNvSpPr/>
            <p:nvPr/>
          </p:nvSpPr>
          <p:spPr>
            <a:xfrm>
              <a:off x="6097680" y="2119320"/>
              <a:ext cx="360" cy="22240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Straight Connector 42"/>
            <p:cNvSpPr/>
            <p:nvPr/>
          </p:nvSpPr>
          <p:spPr>
            <a:xfrm>
              <a:off x="701172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Straight Connector 43"/>
            <p:cNvSpPr/>
            <p:nvPr/>
          </p:nvSpPr>
          <p:spPr>
            <a:xfrm>
              <a:off x="79257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Straight Connector 44"/>
            <p:cNvSpPr/>
            <p:nvPr/>
          </p:nvSpPr>
          <p:spPr>
            <a:xfrm>
              <a:off x="88401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Straight Connector 45"/>
            <p:cNvSpPr/>
            <p:nvPr/>
          </p:nvSpPr>
          <p:spPr>
            <a:xfrm>
              <a:off x="97545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Straight Connector 62"/>
            <p:cNvSpPr/>
            <p:nvPr/>
          </p:nvSpPr>
          <p:spPr>
            <a:xfrm>
              <a:off x="1576800" y="2090160"/>
              <a:ext cx="360" cy="225324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7" name="Rectangle 63"/>
          <p:cNvSpPr/>
          <p:nvPr/>
        </p:nvSpPr>
        <p:spPr>
          <a:xfrm>
            <a:off x="1576800" y="3657600"/>
            <a:ext cx="81774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Rectangle 64"/>
          <p:cNvSpPr/>
          <p:nvPr/>
        </p:nvSpPr>
        <p:spPr>
          <a:xfrm>
            <a:off x="9516600" y="369216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9" name="Rectangle 65"/>
          <p:cNvSpPr/>
          <p:nvPr/>
        </p:nvSpPr>
        <p:spPr>
          <a:xfrm>
            <a:off x="7855200" y="369216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80" name="Rectangle 67"/>
          <p:cNvSpPr/>
          <p:nvPr/>
        </p:nvSpPr>
        <p:spPr>
          <a:xfrm>
            <a:off x="3463200" y="36853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81" name="Group 68"/>
          <p:cNvGrpSpPr/>
          <p:nvPr/>
        </p:nvGrpSpPr>
        <p:grpSpPr>
          <a:xfrm>
            <a:off x="1575000" y="2286360"/>
            <a:ext cx="1778400" cy="1140480"/>
            <a:chOff x="1575000" y="2286360"/>
            <a:chExt cx="1778400" cy="1140480"/>
          </a:xfrm>
        </p:grpSpPr>
        <p:sp>
          <p:nvSpPr>
            <p:cNvPr id="182" name="Rectangle 76"/>
            <p:cNvSpPr/>
            <p:nvPr/>
          </p:nvSpPr>
          <p:spPr>
            <a:xfrm>
              <a:off x="1576800" y="2286360"/>
              <a:ext cx="1776600" cy="4550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Rectangle 78"/>
            <p:cNvSpPr/>
            <p:nvPr/>
          </p:nvSpPr>
          <p:spPr>
            <a:xfrm>
              <a:off x="1575000" y="2971800"/>
              <a:ext cx="1778400" cy="4550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84" name="Group 79"/>
          <p:cNvGrpSpPr/>
          <p:nvPr/>
        </p:nvGrpSpPr>
        <p:grpSpPr>
          <a:xfrm>
            <a:off x="3355200" y="2286360"/>
            <a:ext cx="6636600" cy="1140480"/>
            <a:chOff x="3355200" y="2286360"/>
            <a:chExt cx="6636600" cy="1140480"/>
          </a:xfrm>
        </p:grpSpPr>
        <p:sp>
          <p:nvSpPr>
            <p:cNvPr id="185" name="Rectangle 80"/>
            <p:cNvSpPr/>
            <p:nvPr/>
          </p:nvSpPr>
          <p:spPr>
            <a:xfrm>
              <a:off x="3355200" y="2286360"/>
              <a:ext cx="640620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6" name="Rectangle 81"/>
            <p:cNvSpPr/>
            <p:nvPr/>
          </p:nvSpPr>
          <p:spPr>
            <a:xfrm>
              <a:off x="3355200" y="2971800"/>
              <a:ext cx="640620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7" name="Rectangle 82"/>
            <p:cNvSpPr/>
            <p:nvPr/>
          </p:nvSpPr>
          <p:spPr>
            <a:xfrm>
              <a:off x="9520200" y="300780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8" name="Rectangle 83"/>
            <p:cNvSpPr/>
            <p:nvPr/>
          </p:nvSpPr>
          <p:spPr>
            <a:xfrm>
              <a:off x="9520200" y="232236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9" name="Rectangle 84"/>
            <p:cNvSpPr/>
            <p:nvPr/>
          </p:nvSpPr>
          <p:spPr>
            <a:xfrm>
              <a:off x="7851600" y="300780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90" name="Rectangle 85"/>
            <p:cNvSpPr/>
            <p:nvPr/>
          </p:nvSpPr>
          <p:spPr>
            <a:xfrm>
              <a:off x="7857360" y="232092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91" name="Rectangle 86"/>
            <p:cNvSpPr/>
            <p:nvPr/>
          </p:nvSpPr>
          <p:spPr>
            <a:xfrm>
              <a:off x="4964400" y="2320920"/>
              <a:ext cx="471600" cy="38448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92" name="Rectangle 87"/>
            <p:cNvSpPr/>
            <p:nvPr/>
          </p:nvSpPr>
          <p:spPr>
            <a:xfrm>
              <a:off x="4948200" y="300780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193" name="Rectangle 88"/>
          <p:cNvSpPr/>
          <p:nvPr/>
        </p:nvSpPr>
        <p:spPr>
          <a:xfrm rot="16180800">
            <a:off x="-459360" y="3068640"/>
            <a:ext cx="140400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94" name="Group 89"/>
          <p:cNvGrpSpPr/>
          <p:nvPr/>
        </p:nvGrpSpPr>
        <p:grpSpPr>
          <a:xfrm>
            <a:off x="433080" y="5032800"/>
            <a:ext cx="2007000" cy="384480"/>
            <a:chOff x="433080" y="5032800"/>
            <a:chExt cx="2007000" cy="384480"/>
          </a:xfrm>
        </p:grpSpPr>
        <p:sp>
          <p:nvSpPr>
            <p:cNvPr id="195" name="Rectangle 90"/>
            <p:cNvSpPr/>
            <p:nvPr/>
          </p:nvSpPr>
          <p:spPr>
            <a:xfrm>
              <a:off x="613080" y="5072760"/>
              <a:ext cx="1827000" cy="344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96" name="Group 91"/>
            <p:cNvGrpSpPr/>
            <p:nvPr/>
          </p:nvGrpSpPr>
          <p:grpSpPr>
            <a:xfrm>
              <a:off x="433080" y="5032800"/>
              <a:ext cx="1986120" cy="384480"/>
              <a:chOff x="433080" y="5032800"/>
              <a:chExt cx="1986120" cy="384480"/>
            </a:xfrm>
          </p:grpSpPr>
          <p:sp>
            <p:nvSpPr>
              <p:cNvPr id="197" name="Rectangle 92"/>
              <p:cNvSpPr/>
              <p:nvPr/>
            </p:nvSpPr>
            <p:spPr>
              <a:xfrm>
                <a:off x="433080" y="5032800"/>
                <a:ext cx="611640" cy="38448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98" name="Rectangle 93"/>
              <p:cNvSpPr/>
              <p:nvPr/>
            </p:nvSpPr>
            <p:spPr>
              <a:xfrm>
                <a:off x="1015200" y="5072760"/>
                <a:ext cx="1404000" cy="344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199" name="Rectangle 94"/>
          <p:cNvSpPr/>
          <p:nvPr/>
        </p:nvSpPr>
        <p:spPr>
          <a:xfrm>
            <a:off x="3429000" y="1937520"/>
            <a:ext cx="5028480" cy="263376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Rectangle 95"/>
          <p:cNvSpPr/>
          <p:nvPr/>
        </p:nvSpPr>
        <p:spPr>
          <a:xfrm>
            <a:off x="7772400" y="1865880"/>
            <a:ext cx="2285280" cy="2669400"/>
          </a:xfrm>
          <a:prstGeom prst="rect">
            <a:avLst/>
          </a:prstGeom>
          <a:noFill/>
          <a:ln w="12600">
            <a:solidFill>
              <a:srgbClr val="8eb4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TextBox 96"/>
          <p:cNvSpPr/>
          <p:nvPr/>
        </p:nvSpPr>
        <p:spPr>
          <a:xfrm>
            <a:off x="4114800" y="1552680"/>
            <a:ext cx="228528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2" name="TextBox 97"/>
          <p:cNvSpPr/>
          <p:nvPr/>
        </p:nvSpPr>
        <p:spPr>
          <a:xfrm>
            <a:off x="8330760" y="1542600"/>
            <a:ext cx="127548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203" name="Group 89_5"/>
          <p:cNvGrpSpPr/>
          <p:nvPr/>
        </p:nvGrpSpPr>
        <p:grpSpPr>
          <a:xfrm>
            <a:off x="2057400" y="268560"/>
            <a:ext cx="1143000" cy="645840"/>
            <a:chOff x="2057400" y="268560"/>
            <a:chExt cx="1143000" cy="645840"/>
          </a:xfrm>
        </p:grpSpPr>
        <p:sp>
          <p:nvSpPr>
            <p:cNvPr id="204" name="Rectangle 93_5"/>
            <p:cNvSpPr/>
            <p:nvPr/>
          </p:nvSpPr>
          <p:spPr>
            <a:xfrm>
              <a:off x="2057400" y="268560"/>
              <a:ext cx="1143000" cy="64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07"/>
          <p:cNvSpPr/>
          <p:nvPr/>
        </p:nvSpPr>
        <p:spPr>
          <a:xfrm>
            <a:off x="2290320" y="4682880"/>
            <a:ext cx="305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6" name="Rectangle 108"/>
          <p:cNvSpPr/>
          <p:nvPr/>
        </p:nvSpPr>
        <p:spPr>
          <a:xfrm>
            <a:off x="31327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7" name="Rectangle 109"/>
          <p:cNvSpPr/>
          <p:nvPr/>
        </p:nvSpPr>
        <p:spPr>
          <a:xfrm>
            <a:off x="40471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8" name="Rectangle 110"/>
          <p:cNvSpPr/>
          <p:nvPr/>
        </p:nvSpPr>
        <p:spPr>
          <a:xfrm>
            <a:off x="49615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9" name="Rectangle 111"/>
          <p:cNvSpPr/>
          <p:nvPr/>
        </p:nvSpPr>
        <p:spPr>
          <a:xfrm>
            <a:off x="58759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0" name="Rectangle 112"/>
          <p:cNvSpPr/>
          <p:nvPr/>
        </p:nvSpPr>
        <p:spPr>
          <a:xfrm>
            <a:off x="67903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1" name="Rectangle 113"/>
          <p:cNvSpPr/>
          <p:nvPr/>
        </p:nvSpPr>
        <p:spPr>
          <a:xfrm>
            <a:off x="7698600" y="4682880"/>
            <a:ext cx="455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2" name="Rectangle 114"/>
          <p:cNvSpPr/>
          <p:nvPr/>
        </p:nvSpPr>
        <p:spPr>
          <a:xfrm>
            <a:off x="86191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3" name="Rectangle 115"/>
          <p:cNvSpPr/>
          <p:nvPr/>
        </p:nvSpPr>
        <p:spPr>
          <a:xfrm>
            <a:off x="95335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4" name="Rectangle 116"/>
          <p:cNvSpPr/>
          <p:nvPr/>
        </p:nvSpPr>
        <p:spPr>
          <a:xfrm>
            <a:off x="1405800" y="4682880"/>
            <a:ext cx="305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5" name="Rectangle 117"/>
          <p:cNvSpPr/>
          <p:nvPr/>
        </p:nvSpPr>
        <p:spPr>
          <a:xfrm>
            <a:off x="4233600" y="5140080"/>
            <a:ext cx="3234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6" name="Rectangle 120"/>
          <p:cNvSpPr/>
          <p:nvPr/>
        </p:nvSpPr>
        <p:spPr>
          <a:xfrm>
            <a:off x="658800" y="23454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7" name="Rectangle 121"/>
          <p:cNvSpPr/>
          <p:nvPr/>
        </p:nvSpPr>
        <p:spPr>
          <a:xfrm>
            <a:off x="550800" y="302148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8" name="Rectangle 122"/>
          <p:cNvSpPr/>
          <p:nvPr/>
        </p:nvSpPr>
        <p:spPr>
          <a:xfrm>
            <a:off x="766800" y="37044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219" name="Group 1"/>
          <p:cNvGrpSpPr/>
          <p:nvPr/>
        </p:nvGrpSpPr>
        <p:grpSpPr>
          <a:xfrm>
            <a:off x="1576800" y="2039040"/>
            <a:ext cx="8179560" cy="2304360"/>
            <a:chOff x="1576800" y="2039040"/>
            <a:chExt cx="8179560" cy="2304360"/>
          </a:xfrm>
        </p:grpSpPr>
        <p:sp>
          <p:nvSpPr>
            <p:cNvPr id="220" name="Straight Connector 98"/>
            <p:cNvSpPr/>
            <p:nvPr/>
          </p:nvSpPr>
          <p:spPr>
            <a:xfrm>
              <a:off x="5184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1" name="Straight Connector 99"/>
            <p:cNvSpPr/>
            <p:nvPr/>
          </p:nvSpPr>
          <p:spPr>
            <a:xfrm>
              <a:off x="4269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2" name="Straight Connector 100"/>
            <p:cNvSpPr/>
            <p:nvPr/>
          </p:nvSpPr>
          <p:spPr>
            <a:xfrm>
              <a:off x="3355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3" name="Straight Connector 101"/>
            <p:cNvSpPr/>
            <p:nvPr/>
          </p:nvSpPr>
          <p:spPr>
            <a:xfrm>
              <a:off x="2440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4" name="Straight Connector 102"/>
            <p:cNvSpPr/>
            <p:nvPr/>
          </p:nvSpPr>
          <p:spPr>
            <a:xfrm>
              <a:off x="60984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5" name="Straight Connector 103"/>
            <p:cNvSpPr/>
            <p:nvPr/>
          </p:nvSpPr>
          <p:spPr>
            <a:xfrm>
              <a:off x="7012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104"/>
            <p:cNvSpPr/>
            <p:nvPr/>
          </p:nvSpPr>
          <p:spPr>
            <a:xfrm>
              <a:off x="7927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7" name="Straight Connector 105"/>
            <p:cNvSpPr/>
            <p:nvPr/>
          </p:nvSpPr>
          <p:spPr>
            <a:xfrm>
              <a:off x="8841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8" name="Straight Connector 106"/>
            <p:cNvSpPr/>
            <p:nvPr/>
          </p:nvSpPr>
          <p:spPr>
            <a:xfrm>
              <a:off x="9756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9" name="Straight Connector 123"/>
            <p:cNvSpPr/>
            <p:nvPr/>
          </p:nvSpPr>
          <p:spPr>
            <a:xfrm>
              <a:off x="1576800" y="2039400"/>
              <a:ext cx="360" cy="23040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30" name="Rectangle 126"/>
          <p:cNvSpPr/>
          <p:nvPr/>
        </p:nvSpPr>
        <p:spPr>
          <a:xfrm>
            <a:off x="1576800" y="2286360"/>
            <a:ext cx="63486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Rectangle 127"/>
          <p:cNvSpPr/>
          <p:nvPr/>
        </p:nvSpPr>
        <p:spPr>
          <a:xfrm>
            <a:off x="1576800" y="2971800"/>
            <a:ext cx="63486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Rectangle 128"/>
          <p:cNvSpPr/>
          <p:nvPr/>
        </p:nvSpPr>
        <p:spPr>
          <a:xfrm>
            <a:off x="1576800" y="3657600"/>
            <a:ext cx="81774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Rectangle 129"/>
          <p:cNvSpPr/>
          <p:nvPr/>
        </p:nvSpPr>
        <p:spPr>
          <a:xfrm>
            <a:off x="9516600" y="369216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4" name="Rectangle 130"/>
          <p:cNvSpPr/>
          <p:nvPr/>
        </p:nvSpPr>
        <p:spPr>
          <a:xfrm>
            <a:off x="7684200" y="300780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5" name="Rectangle 131"/>
          <p:cNvSpPr/>
          <p:nvPr/>
        </p:nvSpPr>
        <p:spPr>
          <a:xfrm>
            <a:off x="7684200" y="232236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6" name="Rectangle 134"/>
          <p:cNvSpPr/>
          <p:nvPr/>
        </p:nvSpPr>
        <p:spPr>
          <a:xfrm>
            <a:off x="7819200" y="369216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7" name="Rectangle 136"/>
          <p:cNvSpPr/>
          <p:nvPr/>
        </p:nvSpPr>
        <p:spPr>
          <a:xfrm>
            <a:off x="3463200" y="36853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8" name="Rectangle 137"/>
          <p:cNvSpPr/>
          <p:nvPr/>
        </p:nvSpPr>
        <p:spPr>
          <a:xfrm>
            <a:off x="6051600" y="300780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9" name="Rectangle 138"/>
          <p:cNvSpPr/>
          <p:nvPr/>
        </p:nvSpPr>
        <p:spPr>
          <a:xfrm>
            <a:off x="6057360" y="232092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40" name="Rectangle 141"/>
          <p:cNvSpPr/>
          <p:nvPr/>
        </p:nvSpPr>
        <p:spPr>
          <a:xfrm>
            <a:off x="3128400" y="2320920"/>
            <a:ext cx="471600" cy="38448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41" name="Rectangle 142"/>
          <p:cNvSpPr/>
          <p:nvPr/>
        </p:nvSpPr>
        <p:spPr>
          <a:xfrm>
            <a:off x="3112200" y="300780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42" name="Rectangle 143"/>
          <p:cNvSpPr/>
          <p:nvPr/>
        </p:nvSpPr>
        <p:spPr>
          <a:xfrm rot="16180800">
            <a:off x="-362880" y="3013560"/>
            <a:ext cx="140400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243" name="Group 144"/>
          <p:cNvGrpSpPr/>
          <p:nvPr/>
        </p:nvGrpSpPr>
        <p:grpSpPr>
          <a:xfrm>
            <a:off x="394560" y="5011920"/>
            <a:ext cx="2022120" cy="384480"/>
            <a:chOff x="394560" y="5011920"/>
            <a:chExt cx="2022120" cy="384480"/>
          </a:xfrm>
        </p:grpSpPr>
        <p:sp>
          <p:nvSpPr>
            <p:cNvPr id="244" name="Rectangle 145"/>
            <p:cNvSpPr/>
            <p:nvPr/>
          </p:nvSpPr>
          <p:spPr>
            <a:xfrm>
              <a:off x="502560" y="5051880"/>
              <a:ext cx="1827000" cy="344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45" name="Group 146"/>
            <p:cNvGrpSpPr/>
            <p:nvPr/>
          </p:nvGrpSpPr>
          <p:grpSpPr>
            <a:xfrm>
              <a:off x="394560" y="5011920"/>
              <a:ext cx="2022120" cy="384480"/>
              <a:chOff x="394560" y="5011920"/>
              <a:chExt cx="2022120" cy="384480"/>
            </a:xfrm>
          </p:grpSpPr>
          <p:sp>
            <p:nvSpPr>
              <p:cNvPr id="246" name="Rectangle 147"/>
              <p:cNvSpPr/>
              <p:nvPr/>
            </p:nvSpPr>
            <p:spPr>
              <a:xfrm>
                <a:off x="394560" y="5011920"/>
                <a:ext cx="648360" cy="38448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247" name="Rectangle 148"/>
              <p:cNvSpPr/>
              <p:nvPr/>
            </p:nvSpPr>
            <p:spPr>
              <a:xfrm>
                <a:off x="1012680" y="5051880"/>
                <a:ext cx="1404000" cy="344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248" name="Group 89_6"/>
          <p:cNvGrpSpPr/>
          <p:nvPr/>
        </p:nvGrpSpPr>
        <p:grpSpPr>
          <a:xfrm>
            <a:off x="2057400" y="268560"/>
            <a:ext cx="1143000" cy="645840"/>
            <a:chOff x="2057400" y="268560"/>
            <a:chExt cx="1143000" cy="645840"/>
          </a:xfrm>
        </p:grpSpPr>
        <p:sp>
          <p:nvSpPr>
            <p:cNvPr id="249" name="Rectangle 93_6"/>
            <p:cNvSpPr/>
            <p:nvPr/>
          </p:nvSpPr>
          <p:spPr>
            <a:xfrm>
              <a:off x="2057400" y="268560"/>
              <a:ext cx="1143000" cy="64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traight Connector 37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Straight Connector 38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Straight Connector 39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Straight Connector 40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traight Connector 41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Straight Connector 42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Straight Connector 43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7" name="Straight Connector 44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Straight Connector 45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Rectangle 46_1"/>
          <p:cNvSpPr/>
          <p:nvPr/>
        </p:nvSpPr>
        <p:spPr>
          <a:xfrm>
            <a:off x="22903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0" name="Rectangle 47_1"/>
          <p:cNvSpPr/>
          <p:nvPr/>
        </p:nvSpPr>
        <p:spPr>
          <a:xfrm>
            <a:off x="31327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1" name="Rectangle 48_1"/>
          <p:cNvSpPr/>
          <p:nvPr/>
        </p:nvSpPr>
        <p:spPr>
          <a:xfrm>
            <a:off x="40471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2" name="Rectangle 49_1"/>
          <p:cNvSpPr/>
          <p:nvPr/>
        </p:nvSpPr>
        <p:spPr>
          <a:xfrm>
            <a:off x="49615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3" name="Rectangle 50_1"/>
          <p:cNvSpPr/>
          <p:nvPr/>
        </p:nvSpPr>
        <p:spPr>
          <a:xfrm>
            <a:off x="5715000" y="4682880"/>
            <a:ext cx="684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4" name="Rectangle 51_1"/>
          <p:cNvSpPr/>
          <p:nvPr/>
        </p:nvSpPr>
        <p:spPr>
          <a:xfrm>
            <a:off x="67903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5" name="Rectangle 52_1"/>
          <p:cNvSpPr/>
          <p:nvPr/>
        </p:nvSpPr>
        <p:spPr>
          <a:xfrm>
            <a:off x="7698600" y="4682880"/>
            <a:ext cx="5292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6" name="Rectangle 53_1"/>
          <p:cNvSpPr/>
          <p:nvPr/>
        </p:nvSpPr>
        <p:spPr>
          <a:xfrm>
            <a:off x="86191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7" name="Rectangle 54_1"/>
          <p:cNvSpPr/>
          <p:nvPr/>
        </p:nvSpPr>
        <p:spPr>
          <a:xfrm>
            <a:off x="9533520" y="4682880"/>
            <a:ext cx="48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8" name="Rectangle 55_1"/>
          <p:cNvSpPr/>
          <p:nvPr/>
        </p:nvSpPr>
        <p:spPr>
          <a:xfrm>
            <a:off x="1405800" y="4682880"/>
            <a:ext cx="684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9" name="Rectangle 56_1"/>
          <p:cNvSpPr/>
          <p:nvPr/>
        </p:nvSpPr>
        <p:spPr>
          <a:xfrm>
            <a:off x="4919400" y="5140080"/>
            <a:ext cx="7938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0" name="Rectangle 57_1"/>
          <p:cNvSpPr/>
          <p:nvPr/>
        </p:nvSpPr>
        <p:spPr>
          <a:xfrm>
            <a:off x="457200" y="950400"/>
            <a:ext cx="1224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1" name="Rectangle 58_1"/>
          <p:cNvSpPr/>
          <p:nvPr/>
        </p:nvSpPr>
        <p:spPr>
          <a:xfrm>
            <a:off x="408600" y="1636200"/>
            <a:ext cx="1380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2" name="Rectangle 59_1"/>
          <p:cNvSpPr/>
          <p:nvPr/>
        </p:nvSpPr>
        <p:spPr>
          <a:xfrm>
            <a:off x="465120" y="2345400"/>
            <a:ext cx="11800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3" name="Rectangle 60_1"/>
          <p:cNvSpPr/>
          <p:nvPr/>
        </p:nvSpPr>
        <p:spPr>
          <a:xfrm>
            <a:off x="408600" y="3021480"/>
            <a:ext cx="1344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4" name="Rectangle 61_1"/>
          <p:cNvSpPr/>
          <p:nvPr/>
        </p:nvSpPr>
        <p:spPr>
          <a:xfrm>
            <a:off x="541800" y="3704400"/>
            <a:ext cx="1103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5" name="Straight Connector 62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Rectangle 63_1"/>
          <p:cNvSpPr/>
          <p:nvPr/>
        </p:nvSpPr>
        <p:spPr>
          <a:xfrm>
            <a:off x="1576800" y="3657600"/>
            <a:ext cx="81774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Rectangle 64_1"/>
          <p:cNvSpPr/>
          <p:nvPr/>
        </p:nvSpPr>
        <p:spPr>
          <a:xfrm>
            <a:off x="9516600" y="369216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8" name="Rectangle 65_1"/>
          <p:cNvSpPr/>
          <p:nvPr/>
        </p:nvSpPr>
        <p:spPr>
          <a:xfrm>
            <a:off x="7855200" y="369216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9" name="Rectangle 67_1"/>
          <p:cNvSpPr/>
          <p:nvPr/>
        </p:nvSpPr>
        <p:spPr>
          <a:xfrm>
            <a:off x="3571200" y="36853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280" name="Group 68_1"/>
          <p:cNvGrpSpPr/>
          <p:nvPr/>
        </p:nvGrpSpPr>
        <p:grpSpPr>
          <a:xfrm>
            <a:off x="1575000" y="914400"/>
            <a:ext cx="8397000" cy="2512440"/>
            <a:chOff x="1575000" y="914400"/>
            <a:chExt cx="8397000" cy="2512440"/>
          </a:xfrm>
        </p:grpSpPr>
        <p:sp>
          <p:nvSpPr>
            <p:cNvPr id="281" name="Rectangle 69_1"/>
            <p:cNvSpPr/>
            <p:nvPr/>
          </p:nvSpPr>
          <p:spPr>
            <a:xfrm>
              <a:off x="6098400" y="914400"/>
              <a:ext cx="364320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2" name="Rectangle 70_1"/>
            <p:cNvSpPr/>
            <p:nvPr/>
          </p:nvSpPr>
          <p:spPr>
            <a:xfrm>
              <a:off x="6098760" y="1599840"/>
              <a:ext cx="364284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3" name="Rectangle 71_1"/>
            <p:cNvSpPr/>
            <p:nvPr/>
          </p:nvSpPr>
          <p:spPr>
            <a:xfrm>
              <a:off x="9500400" y="163476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4" name="Rectangle 72_1"/>
            <p:cNvSpPr/>
            <p:nvPr/>
          </p:nvSpPr>
          <p:spPr>
            <a:xfrm>
              <a:off x="9500400" y="94896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5" name="Rectangle 73_1"/>
            <p:cNvSpPr/>
            <p:nvPr/>
          </p:nvSpPr>
          <p:spPr>
            <a:xfrm>
              <a:off x="7867800" y="94896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6" name="Rectangle 74_1"/>
            <p:cNvSpPr/>
            <p:nvPr/>
          </p:nvSpPr>
          <p:spPr>
            <a:xfrm>
              <a:off x="7860960" y="163584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7" name="Rectangle 75_1"/>
            <p:cNvSpPr/>
            <p:nvPr/>
          </p:nvSpPr>
          <p:spPr>
            <a:xfrm>
              <a:off x="1576800" y="914400"/>
              <a:ext cx="4521600" cy="4550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8" name="Rectangle 76_1"/>
            <p:cNvSpPr/>
            <p:nvPr/>
          </p:nvSpPr>
          <p:spPr>
            <a:xfrm>
              <a:off x="1576800" y="2286360"/>
              <a:ext cx="2309040" cy="4550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9" name="Rectangle 77_1"/>
            <p:cNvSpPr/>
            <p:nvPr/>
          </p:nvSpPr>
          <p:spPr>
            <a:xfrm>
              <a:off x="1576800" y="1600560"/>
              <a:ext cx="4521600" cy="4550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0" name="Rectangle 78_1"/>
            <p:cNvSpPr/>
            <p:nvPr/>
          </p:nvSpPr>
          <p:spPr>
            <a:xfrm>
              <a:off x="1575000" y="2971800"/>
              <a:ext cx="2310840" cy="4550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91" name="Group 79_1"/>
          <p:cNvGrpSpPr/>
          <p:nvPr/>
        </p:nvGrpSpPr>
        <p:grpSpPr>
          <a:xfrm>
            <a:off x="3886200" y="2286360"/>
            <a:ext cx="6105600" cy="1140480"/>
            <a:chOff x="3886200" y="2286360"/>
            <a:chExt cx="6105600" cy="1140480"/>
          </a:xfrm>
        </p:grpSpPr>
        <p:sp>
          <p:nvSpPr>
            <p:cNvPr id="292" name="Rectangle 80_1"/>
            <p:cNvSpPr/>
            <p:nvPr/>
          </p:nvSpPr>
          <p:spPr>
            <a:xfrm>
              <a:off x="3886200" y="2286360"/>
              <a:ext cx="587520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3" name="Rectangle 81_1"/>
            <p:cNvSpPr/>
            <p:nvPr/>
          </p:nvSpPr>
          <p:spPr>
            <a:xfrm>
              <a:off x="3886200" y="2971800"/>
              <a:ext cx="5875200" cy="4550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4" name="Rectangle 82_1"/>
            <p:cNvSpPr/>
            <p:nvPr/>
          </p:nvSpPr>
          <p:spPr>
            <a:xfrm>
              <a:off x="9520200" y="300780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5" name="Rectangle 83_1"/>
            <p:cNvSpPr/>
            <p:nvPr/>
          </p:nvSpPr>
          <p:spPr>
            <a:xfrm>
              <a:off x="9520200" y="232236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6" name="Rectangle 84_1"/>
            <p:cNvSpPr/>
            <p:nvPr/>
          </p:nvSpPr>
          <p:spPr>
            <a:xfrm>
              <a:off x="7851600" y="300780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7" name="Rectangle 85_1"/>
            <p:cNvSpPr/>
            <p:nvPr/>
          </p:nvSpPr>
          <p:spPr>
            <a:xfrm>
              <a:off x="7857360" y="2320920"/>
              <a:ext cx="46224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8" name="Rectangle 86_1"/>
            <p:cNvSpPr/>
            <p:nvPr/>
          </p:nvSpPr>
          <p:spPr>
            <a:xfrm>
              <a:off x="4964400" y="2320920"/>
              <a:ext cx="471600" cy="38448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9" name="Rectangle 87_1"/>
            <p:cNvSpPr/>
            <p:nvPr/>
          </p:nvSpPr>
          <p:spPr>
            <a:xfrm>
              <a:off x="4948200" y="3007800"/>
              <a:ext cx="471600" cy="3844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300" name="Rectangle 88_1"/>
          <p:cNvSpPr/>
          <p:nvPr/>
        </p:nvSpPr>
        <p:spPr>
          <a:xfrm rot="16180800">
            <a:off x="-392040" y="2382840"/>
            <a:ext cx="140400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01" name="Group 89_1"/>
          <p:cNvGrpSpPr/>
          <p:nvPr/>
        </p:nvGrpSpPr>
        <p:grpSpPr>
          <a:xfrm>
            <a:off x="7592400" y="228600"/>
            <a:ext cx="2007000" cy="384480"/>
            <a:chOff x="7592400" y="228600"/>
            <a:chExt cx="2007000" cy="384480"/>
          </a:xfrm>
        </p:grpSpPr>
        <p:sp>
          <p:nvSpPr>
            <p:cNvPr id="302" name="Rectangle 90_1"/>
            <p:cNvSpPr/>
            <p:nvPr/>
          </p:nvSpPr>
          <p:spPr>
            <a:xfrm>
              <a:off x="7772400" y="268560"/>
              <a:ext cx="1827000" cy="344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03" name="Group 91_1"/>
            <p:cNvGrpSpPr/>
            <p:nvPr/>
          </p:nvGrpSpPr>
          <p:grpSpPr>
            <a:xfrm>
              <a:off x="7592400" y="228600"/>
              <a:ext cx="1986120" cy="384480"/>
              <a:chOff x="7592400" y="228600"/>
              <a:chExt cx="1986120" cy="384480"/>
            </a:xfrm>
          </p:grpSpPr>
          <p:sp>
            <p:nvSpPr>
              <p:cNvPr id="304" name="Rectangle 92_1"/>
              <p:cNvSpPr/>
              <p:nvPr/>
            </p:nvSpPr>
            <p:spPr>
              <a:xfrm>
                <a:off x="7592400" y="228600"/>
                <a:ext cx="611640" cy="38448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05" name="Rectangle 93_1"/>
              <p:cNvSpPr/>
              <p:nvPr/>
            </p:nvSpPr>
            <p:spPr>
              <a:xfrm>
                <a:off x="8174520" y="268560"/>
                <a:ext cx="1404000" cy="344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306" name="TextBox 96_1"/>
          <p:cNvSpPr/>
          <p:nvPr/>
        </p:nvSpPr>
        <p:spPr>
          <a:xfrm>
            <a:off x="4114800" y="623880"/>
            <a:ext cx="228528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07" name="TextBox 97_1"/>
          <p:cNvSpPr/>
          <p:nvPr/>
        </p:nvSpPr>
        <p:spPr>
          <a:xfrm>
            <a:off x="8330760" y="613800"/>
            <a:ext cx="127548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08" name="Group 89_0"/>
          <p:cNvGrpSpPr/>
          <p:nvPr/>
        </p:nvGrpSpPr>
        <p:grpSpPr>
          <a:xfrm>
            <a:off x="2057400" y="268560"/>
            <a:ext cx="4343040" cy="344520"/>
            <a:chOff x="2057400" y="268560"/>
            <a:chExt cx="4343040" cy="344520"/>
          </a:xfrm>
        </p:grpSpPr>
        <p:sp>
          <p:nvSpPr>
            <p:cNvPr id="309" name="Rectangle 93_0"/>
            <p:cNvSpPr/>
            <p:nvPr/>
          </p:nvSpPr>
          <p:spPr>
            <a:xfrm>
              <a:off x="2057400" y="268560"/>
              <a:ext cx="4343040" cy="344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traight Connector 98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Straight Connector 99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Straight Connector 100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Straight Connector 101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4" name="Straight Connector 102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Straight Connector 103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Straight Connector 104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Straight Connector 105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Straight Connector 106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Rectangle 107_1"/>
          <p:cNvSpPr/>
          <p:nvPr/>
        </p:nvSpPr>
        <p:spPr>
          <a:xfrm>
            <a:off x="2290320" y="4682880"/>
            <a:ext cx="305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0" name="Rectangle 108_1"/>
          <p:cNvSpPr/>
          <p:nvPr/>
        </p:nvSpPr>
        <p:spPr>
          <a:xfrm>
            <a:off x="31327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1" name="Rectangle 109_1"/>
          <p:cNvSpPr/>
          <p:nvPr/>
        </p:nvSpPr>
        <p:spPr>
          <a:xfrm>
            <a:off x="40471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2" name="Rectangle 110_1"/>
          <p:cNvSpPr/>
          <p:nvPr/>
        </p:nvSpPr>
        <p:spPr>
          <a:xfrm>
            <a:off x="49615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3" name="Rectangle 111_1"/>
          <p:cNvSpPr/>
          <p:nvPr/>
        </p:nvSpPr>
        <p:spPr>
          <a:xfrm>
            <a:off x="58759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4" name="Rectangle 112_1"/>
          <p:cNvSpPr/>
          <p:nvPr/>
        </p:nvSpPr>
        <p:spPr>
          <a:xfrm>
            <a:off x="67903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5" name="Rectangle 113_1"/>
          <p:cNvSpPr/>
          <p:nvPr/>
        </p:nvSpPr>
        <p:spPr>
          <a:xfrm>
            <a:off x="7698600" y="4682880"/>
            <a:ext cx="455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6" name="Rectangle 114_1"/>
          <p:cNvSpPr/>
          <p:nvPr/>
        </p:nvSpPr>
        <p:spPr>
          <a:xfrm>
            <a:off x="86191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7" name="Rectangle 115_1"/>
          <p:cNvSpPr/>
          <p:nvPr/>
        </p:nvSpPr>
        <p:spPr>
          <a:xfrm>
            <a:off x="9533520" y="4682880"/>
            <a:ext cx="432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8" name="Rectangle 116_1"/>
          <p:cNvSpPr/>
          <p:nvPr/>
        </p:nvSpPr>
        <p:spPr>
          <a:xfrm>
            <a:off x="1405800" y="4682880"/>
            <a:ext cx="305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9" name="Rectangle 117_1"/>
          <p:cNvSpPr/>
          <p:nvPr/>
        </p:nvSpPr>
        <p:spPr>
          <a:xfrm>
            <a:off x="4233600" y="5140080"/>
            <a:ext cx="3234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0" name="Rectangle 118_1"/>
          <p:cNvSpPr/>
          <p:nvPr/>
        </p:nvSpPr>
        <p:spPr>
          <a:xfrm>
            <a:off x="658800" y="9504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1" name="Rectangle 119_1"/>
          <p:cNvSpPr/>
          <p:nvPr/>
        </p:nvSpPr>
        <p:spPr>
          <a:xfrm>
            <a:off x="586800" y="16362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2" name="Rectangle 120_1"/>
          <p:cNvSpPr/>
          <p:nvPr/>
        </p:nvSpPr>
        <p:spPr>
          <a:xfrm>
            <a:off x="658800" y="23454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3" name="Rectangle 121_1"/>
          <p:cNvSpPr/>
          <p:nvPr/>
        </p:nvSpPr>
        <p:spPr>
          <a:xfrm>
            <a:off x="550800" y="302148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4" name="Rectangle 122_1"/>
          <p:cNvSpPr/>
          <p:nvPr/>
        </p:nvSpPr>
        <p:spPr>
          <a:xfrm>
            <a:off x="766800" y="3704400"/>
            <a:ext cx="10224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5" name="Straight Connector 123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Rectangle 124_1"/>
          <p:cNvSpPr/>
          <p:nvPr/>
        </p:nvSpPr>
        <p:spPr>
          <a:xfrm>
            <a:off x="1577160" y="914760"/>
            <a:ext cx="365544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Rectangle 125_1"/>
          <p:cNvSpPr/>
          <p:nvPr/>
        </p:nvSpPr>
        <p:spPr>
          <a:xfrm>
            <a:off x="1577160" y="1600200"/>
            <a:ext cx="365544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Rectangle 126_1"/>
          <p:cNvSpPr/>
          <p:nvPr/>
        </p:nvSpPr>
        <p:spPr>
          <a:xfrm>
            <a:off x="1576800" y="2286360"/>
            <a:ext cx="596664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Rectangle 127_1"/>
          <p:cNvSpPr/>
          <p:nvPr/>
        </p:nvSpPr>
        <p:spPr>
          <a:xfrm>
            <a:off x="1576800" y="2971800"/>
            <a:ext cx="596664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Rectangle 128_1"/>
          <p:cNvSpPr/>
          <p:nvPr/>
        </p:nvSpPr>
        <p:spPr>
          <a:xfrm>
            <a:off x="1576800" y="3657600"/>
            <a:ext cx="817740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1" name="Rectangle 129_1"/>
          <p:cNvSpPr/>
          <p:nvPr/>
        </p:nvSpPr>
        <p:spPr>
          <a:xfrm>
            <a:off x="9516600" y="369216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2" name="Rectangle 130_1"/>
          <p:cNvSpPr/>
          <p:nvPr/>
        </p:nvSpPr>
        <p:spPr>
          <a:xfrm>
            <a:off x="7288200" y="300780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3" name="Rectangle 131_1"/>
          <p:cNvSpPr/>
          <p:nvPr/>
        </p:nvSpPr>
        <p:spPr>
          <a:xfrm>
            <a:off x="7288200" y="232236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4" name="Rectangle 132_1"/>
          <p:cNvSpPr/>
          <p:nvPr/>
        </p:nvSpPr>
        <p:spPr>
          <a:xfrm>
            <a:off x="4991400" y="16351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5" name="Rectangle 133_1"/>
          <p:cNvSpPr/>
          <p:nvPr/>
        </p:nvSpPr>
        <p:spPr>
          <a:xfrm>
            <a:off x="4991400" y="9493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6" name="Rectangle 134_1"/>
          <p:cNvSpPr/>
          <p:nvPr/>
        </p:nvSpPr>
        <p:spPr>
          <a:xfrm>
            <a:off x="7819200" y="369216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7" name="Rectangle 136_1"/>
          <p:cNvSpPr/>
          <p:nvPr/>
        </p:nvSpPr>
        <p:spPr>
          <a:xfrm>
            <a:off x="3283200" y="368532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8" name="Rectangle 137_1"/>
          <p:cNvSpPr/>
          <p:nvPr/>
        </p:nvSpPr>
        <p:spPr>
          <a:xfrm>
            <a:off x="5763600" y="300780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9" name="Rectangle 138_1"/>
          <p:cNvSpPr/>
          <p:nvPr/>
        </p:nvSpPr>
        <p:spPr>
          <a:xfrm>
            <a:off x="5769360" y="232092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0" name="Rectangle 139_1"/>
          <p:cNvSpPr/>
          <p:nvPr/>
        </p:nvSpPr>
        <p:spPr>
          <a:xfrm>
            <a:off x="3286800" y="94932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1" name="Rectangle 140_1"/>
          <p:cNvSpPr/>
          <p:nvPr/>
        </p:nvSpPr>
        <p:spPr>
          <a:xfrm>
            <a:off x="3279960" y="1636200"/>
            <a:ext cx="46224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2" name="Rectangle 141_1"/>
          <p:cNvSpPr/>
          <p:nvPr/>
        </p:nvSpPr>
        <p:spPr>
          <a:xfrm>
            <a:off x="2876400" y="2320920"/>
            <a:ext cx="471600" cy="38448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3" name="Rectangle 142_1"/>
          <p:cNvSpPr/>
          <p:nvPr/>
        </p:nvSpPr>
        <p:spPr>
          <a:xfrm>
            <a:off x="2860200" y="3007800"/>
            <a:ext cx="471600" cy="3844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4" name="Rectangle 143_1"/>
          <p:cNvSpPr/>
          <p:nvPr/>
        </p:nvSpPr>
        <p:spPr>
          <a:xfrm rot="16180800">
            <a:off x="-392040" y="2382840"/>
            <a:ext cx="140400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55" name="Group 144_1"/>
          <p:cNvGrpSpPr/>
          <p:nvPr/>
        </p:nvGrpSpPr>
        <p:grpSpPr>
          <a:xfrm>
            <a:off x="7664400" y="299520"/>
            <a:ext cx="2022120" cy="384480"/>
            <a:chOff x="7664400" y="299520"/>
            <a:chExt cx="2022120" cy="384480"/>
          </a:xfrm>
        </p:grpSpPr>
        <p:sp>
          <p:nvSpPr>
            <p:cNvPr id="356" name="Rectangle 145_1"/>
            <p:cNvSpPr/>
            <p:nvPr/>
          </p:nvSpPr>
          <p:spPr>
            <a:xfrm>
              <a:off x="7772400" y="339480"/>
              <a:ext cx="1827000" cy="344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57" name="Group 146_1"/>
            <p:cNvGrpSpPr/>
            <p:nvPr/>
          </p:nvGrpSpPr>
          <p:grpSpPr>
            <a:xfrm>
              <a:off x="7664400" y="299520"/>
              <a:ext cx="2022120" cy="384480"/>
              <a:chOff x="7664400" y="299520"/>
              <a:chExt cx="2022120" cy="384480"/>
            </a:xfrm>
          </p:grpSpPr>
          <p:sp>
            <p:nvSpPr>
              <p:cNvPr id="358" name="Rectangle 147_1"/>
              <p:cNvSpPr/>
              <p:nvPr/>
            </p:nvSpPr>
            <p:spPr>
              <a:xfrm>
                <a:off x="7664400" y="299520"/>
                <a:ext cx="648360" cy="38448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59" name="Rectangle 148_1"/>
              <p:cNvSpPr/>
              <p:nvPr/>
            </p:nvSpPr>
            <p:spPr>
              <a:xfrm>
                <a:off x="8282520" y="339480"/>
                <a:ext cx="1404000" cy="344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360" name="Group 89_2"/>
          <p:cNvGrpSpPr/>
          <p:nvPr/>
        </p:nvGrpSpPr>
        <p:grpSpPr>
          <a:xfrm>
            <a:off x="2057400" y="268560"/>
            <a:ext cx="4343040" cy="344520"/>
            <a:chOff x="2057400" y="268560"/>
            <a:chExt cx="4343040" cy="344520"/>
          </a:xfrm>
        </p:grpSpPr>
        <p:sp>
          <p:nvSpPr>
            <p:cNvPr id="361" name="Rectangle 93_2"/>
            <p:cNvSpPr/>
            <p:nvPr/>
          </p:nvSpPr>
          <p:spPr>
            <a:xfrm>
              <a:off x="2057400" y="268560"/>
              <a:ext cx="4343040" cy="344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3321</TotalTime>
  <Application>LibreOffice/7.1.5.2$Windows_X86_64 LibreOffice_project/85f04e9f809797b8199d13c421bd8a2b025d52b5</Application>
  <AppVersion>15.0000</AppVersion>
  <Words>244</Words>
  <Paragraphs>168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2021-11-18T12:11:15Z</dcterms:created>
  <dc:creator/>
  <dc:description/>
  <dc:language>en-US</dc:language>
  <cp:lastModifiedBy/>
  <dcterms:modified xsi:type="dcterms:W3CDTF">2022-04-22T09:58:01Z</dcterms:modified>
  <cp:revision>20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4</vt:i4>
  </property>
</Properties>
</file>