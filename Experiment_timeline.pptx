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280" cy="4386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/>
          <p:nvPr/>
        </p:nvSpPr>
        <p:spPr>
          <a:xfrm>
            <a:off x="22903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80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31327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40471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90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49615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95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5715000" y="4682880"/>
            <a:ext cx="686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2000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7903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05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7698600" y="4682880"/>
            <a:ext cx="530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6191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9533520" y="4682880"/>
            <a:ext cx="48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‘</a:t>
            </a:r>
            <a:r>
              <a:rPr b="0" lang="en-US" sz="1800" spc="-1" strike="noStrike">
                <a:latin typeface="Arial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405800" y="4682880"/>
            <a:ext cx="686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1975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919400" y="5140080"/>
            <a:ext cx="795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457200" y="950400"/>
            <a:ext cx="1225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(D) 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408600" y="1636200"/>
            <a:ext cx="1382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(E) 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65120" y="2345400"/>
            <a:ext cx="1181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(A) 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408600" y="3021480"/>
            <a:ext cx="1346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(B) 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541800" y="3704400"/>
            <a:ext cx="1104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(C) 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"/>
          <p:cNvSpPr/>
          <p:nvPr/>
        </p:nvSpPr>
        <p:spPr>
          <a:xfrm>
            <a:off x="1576800" y="3657600"/>
            <a:ext cx="8178840" cy="456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"/>
          <p:cNvSpPr/>
          <p:nvPr/>
        </p:nvSpPr>
        <p:spPr>
          <a:xfrm>
            <a:off x="9516600" y="369216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855200" y="3692160"/>
            <a:ext cx="46368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9516960" y="36925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463200" y="36853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grpSp>
        <p:nvGrpSpPr>
          <p:cNvPr id="69" name=""/>
          <p:cNvGrpSpPr/>
          <p:nvPr/>
        </p:nvGrpSpPr>
        <p:grpSpPr>
          <a:xfrm>
            <a:off x="1575000" y="914400"/>
            <a:ext cx="8398440" cy="2513880"/>
            <a:chOff x="1575000" y="914400"/>
            <a:chExt cx="8398440" cy="2513880"/>
          </a:xfrm>
        </p:grpSpPr>
        <p:sp>
          <p:nvSpPr>
            <p:cNvPr id="70" name=""/>
            <p:cNvSpPr/>
            <p:nvPr/>
          </p:nvSpPr>
          <p:spPr>
            <a:xfrm>
              <a:off x="5184000" y="914400"/>
              <a:ext cx="4559040" cy="4564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"/>
            <p:cNvSpPr/>
            <p:nvPr/>
          </p:nvSpPr>
          <p:spPr>
            <a:xfrm>
              <a:off x="5184000" y="1599840"/>
              <a:ext cx="4559040" cy="4564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" name=""/>
            <p:cNvSpPr/>
            <p:nvPr/>
          </p:nvSpPr>
          <p:spPr>
            <a:xfrm>
              <a:off x="9500400" y="1634760"/>
              <a:ext cx="47304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9500400" y="948960"/>
              <a:ext cx="47304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7867800" y="948960"/>
              <a:ext cx="46368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7860960" y="1635840"/>
              <a:ext cx="46368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16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1576800" y="914400"/>
              <a:ext cx="3606840" cy="4564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" name=""/>
            <p:cNvSpPr/>
            <p:nvPr/>
          </p:nvSpPr>
          <p:spPr>
            <a:xfrm>
              <a:off x="1576800" y="2286360"/>
              <a:ext cx="1778040" cy="45648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"/>
            <p:cNvSpPr/>
            <p:nvPr/>
          </p:nvSpPr>
          <p:spPr>
            <a:xfrm>
              <a:off x="1576800" y="1600560"/>
              <a:ext cx="3606840" cy="4564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" name=""/>
            <p:cNvSpPr/>
            <p:nvPr/>
          </p:nvSpPr>
          <p:spPr>
            <a:xfrm>
              <a:off x="1575000" y="2971800"/>
              <a:ext cx="1779840" cy="45648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" name=""/>
          <p:cNvGrpSpPr/>
          <p:nvPr/>
        </p:nvGrpSpPr>
        <p:grpSpPr>
          <a:xfrm>
            <a:off x="3355200" y="2286360"/>
            <a:ext cx="6638040" cy="1141920"/>
            <a:chOff x="3355200" y="2286360"/>
            <a:chExt cx="6638040" cy="1141920"/>
          </a:xfrm>
        </p:grpSpPr>
        <p:sp>
          <p:nvSpPr>
            <p:cNvPr id="81" name=""/>
            <p:cNvSpPr/>
            <p:nvPr/>
          </p:nvSpPr>
          <p:spPr>
            <a:xfrm>
              <a:off x="3355200" y="2286360"/>
              <a:ext cx="6407640" cy="4564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"/>
            <p:cNvSpPr/>
            <p:nvPr/>
          </p:nvSpPr>
          <p:spPr>
            <a:xfrm>
              <a:off x="3355200" y="2971800"/>
              <a:ext cx="6407640" cy="4564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" name=""/>
            <p:cNvSpPr/>
            <p:nvPr/>
          </p:nvSpPr>
          <p:spPr>
            <a:xfrm>
              <a:off x="9520200" y="3007800"/>
              <a:ext cx="47304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9520200" y="2322360"/>
              <a:ext cx="47304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35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2020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7851600" y="3007800"/>
              <a:ext cx="46368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7857360" y="2320920"/>
              <a:ext cx="46368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26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2011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4964400" y="2320920"/>
              <a:ext cx="47304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4948200" y="3007800"/>
              <a:ext cx="473040" cy="3859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10</a:t>
              </a:r>
              <a:endParaRPr b="0" lang="en-US" sz="105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1050" spc="-1" strike="noStrike">
                  <a:latin typeface="Arial"/>
                </a:rPr>
                <a:t>1995</a:t>
              </a:r>
              <a:endParaRPr b="0" lang="en-US" sz="1050" spc="-1" strike="noStrike">
                <a:latin typeface="Arial"/>
              </a:endParaRPr>
            </a:p>
          </p:txBody>
        </p:sp>
      </p:grpSp>
      <p:sp>
        <p:nvSpPr>
          <p:cNvPr id="89" name=""/>
          <p:cNvSpPr/>
          <p:nvPr/>
        </p:nvSpPr>
        <p:spPr>
          <a:xfrm rot="16180800">
            <a:off x="-392040" y="2382840"/>
            <a:ext cx="1405440" cy="3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latin typeface="Arial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90" name=""/>
          <p:cNvGrpSpPr/>
          <p:nvPr/>
        </p:nvGrpSpPr>
        <p:grpSpPr>
          <a:xfrm>
            <a:off x="7592400" y="228600"/>
            <a:ext cx="2008440" cy="385920"/>
            <a:chOff x="7592400" y="228600"/>
            <a:chExt cx="2008440" cy="385920"/>
          </a:xfrm>
        </p:grpSpPr>
        <p:sp>
          <p:nvSpPr>
            <p:cNvPr id="91" name=""/>
            <p:cNvSpPr/>
            <p:nvPr/>
          </p:nvSpPr>
          <p:spPr>
            <a:xfrm>
              <a:off x="7772400" y="268560"/>
              <a:ext cx="1828440" cy="3459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92" name=""/>
            <p:cNvGrpSpPr/>
            <p:nvPr/>
          </p:nvGrpSpPr>
          <p:grpSpPr>
            <a:xfrm>
              <a:off x="7592400" y="228600"/>
              <a:ext cx="1987560" cy="385920"/>
              <a:chOff x="7592400" y="228600"/>
              <a:chExt cx="1987560" cy="385920"/>
            </a:xfrm>
          </p:grpSpPr>
          <p:sp>
            <p:nvSpPr>
              <p:cNvPr id="93" name=""/>
              <p:cNvSpPr/>
              <p:nvPr/>
            </p:nvSpPr>
            <p:spPr>
              <a:xfrm>
                <a:off x="7592400" y="228600"/>
                <a:ext cx="613080" cy="3859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latin typeface="Arial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latin typeface="Arial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94" name=""/>
              <p:cNvSpPr/>
              <p:nvPr/>
            </p:nvSpPr>
            <p:spPr>
              <a:xfrm>
                <a:off x="8174520" y="268560"/>
                <a:ext cx="140544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latin typeface="Arial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5184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"/>
          <p:cNvSpPr/>
          <p:nvPr/>
        </p:nvSpPr>
        <p:spPr>
          <a:xfrm>
            <a:off x="4269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"/>
          <p:cNvSpPr/>
          <p:nvPr/>
        </p:nvSpPr>
        <p:spPr>
          <a:xfrm>
            <a:off x="3355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"/>
          <p:cNvSpPr/>
          <p:nvPr/>
        </p:nvSpPr>
        <p:spPr>
          <a:xfrm>
            <a:off x="2440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"/>
          <p:cNvSpPr/>
          <p:nvPr/>
        </p:nvSpPr>
        <p:spPr>
          <a:xfrm>
            <a:off x="60984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"/>
          <p:cNvSpPr/>
          <p:nvPr/>
        </p:nvSpPr>
        <p:spPr>
          <a:xfrm>
            <a:off x="70128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"/>
          <p:cNvSpPr/>
          <p:nvPr/>
        </p:nvSpPr>
        <p:spPr>
          <a:xfrm>
            <a:off x="79272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"/>
          <p:cNvSpPr/>
          <p:nvPr/>
        </p:nvSpPr>
        <p:spPr>
          <a:xfrm>
            <a:off x="88416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"/>
          <p:cNvSpPr/>
          <p:nvPr/>
        </p:nvSpPr>
        <p:spPr>
          <a:xfrm>
            <a:off x="9756000" y="91440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"/>
          <p:cNvSpPr/>
          <p:nvPr/>
        </p:nvSpPr>
        <p:spPr>
          <a:xfrm>
            <a:off x="2290320" y="468288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1327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0471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9615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58759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25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67903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30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7698600" y="4682880"/>
            <a:ext cx="456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35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86191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40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9533520" y="4682880"/>
            <a:ext cx="4334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45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1405800" y="468288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4233600" y="5140080"/>
            <a:ext cx="3236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Douglas Fir Stand Age (years)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658800" y="950400"/>
            <a:ext cx="102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RA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586800" y="1636200"/>
            <a:ext cx="102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CW 20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58800" y="2345400"/>
            <a:ext cx="102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RA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550800" y="3021480"/>
            <a:ext cx="102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CW 10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766800" y="3704400"/>
            <a:ext cx="1023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latin typeface="Arial"/>
              </a:rPr>
              <a:t>DF 0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1576800" y="914760"/>
            <a:ext cx="360" cy="3429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"/>
          <p:cNvSpPr/>
          <p:nvPr/>
        </p:nvSpPr>
        <p:spPr>
          <a:xfrm>
            <a:off x="1576800" y="914760"/>
            <a:ext cx="4521240" cy="456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"/>
          <p:cNvSpPr/>
          <p:nvPr/>
        </p:nvSpPr>
        <p:spPr>
          <a:xfrm>
            <a:off x="1576800" y="1600200"/>
            <a:ext cx="4521240" cy="456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"/>
          <p:cNvSpPr/>
          <p:nvPr/>
        </p:nvSpPr>
        <p:spPr>
          <a:xfrm>
            <a:off x="1576800" y="2286360"/>
            <a:ext cx="6350040" cy="456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"/>
          <p:cNvSpPr/>
          <p:nvPr/>
        </p:nvSpPr>
        <p:spPr>
          <a:xfrm>
            <a:off x="1576800" y="2971800"/>
            <a:ext cx="6350040" cy="456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"/>
          <p:cNvSpPr/>
          <p:nvPr/>
        </p:nvSpPr>
        <p:spPr>
          <a:xfrm>
            <a:off x="1576800" y="3657600"/>
            <a:ext cx="8178840" cy="456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"/>
          <p:cNvSpPr/>
          <p:nvPr/>
        </p:nvSpPr>
        <p:spPr>
          <a:xfrm>
            <a:off x="9516600" y="369216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7684200" y="300780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7684200" y="232236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35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5855400" y="16351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5855400" y="9493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7819200" y="3692160"/>
            <a:ext cx="46368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36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9516960" y="36925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45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2020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3463200" y="36853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12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1987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051600" y="3007800"/>
            <a:ext cx="46368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057360" y="2320920"/>
            <a:ext cx="46368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222800" y="949320"/>
            <a:ext cx="46368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4215960" y="1636200"/>
            <a:ext cx="46368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16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2011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3128400" y="232092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3112200" y="3007800"/>
            <a:ext cx="473040" cy="3859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10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latin typeface="Arial"/>
              </a:rPr>
              <a:t>1995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 rot="16180800">
            <a:off x="-392040" y="2382840"/>
            <a:ext cx="1405440" cy="3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latin typeface="Arial"/>
              </a:rPr>
              <a:t>Treatment</a:t>
            </a:r>
            <a:endParaRPr b="0" lang="en-US" sz="2000" spc="-1" strike="noStrike">
              <a:latin typeface="Arial"/>
            </a:endParaRPr>
          </a:p>
        </p:txBody>
      </p:sp>
      <p:grpSp>
        <p:nvGrpSpPr>
          <p:cNvPr id="141" name=""/>
          <p:cNvGrpSpPr/>
          <p:nvPr/>
        </p:nvGrpSpPr>
        <p:grpSpPr>
          <a:xfrm>
            <a:off x="7664400" y="299520"/>
            <a:ext cx="2023560" cy="385920"/>
            <a:chOff x="7664400" y="299520"/>
            <a:chExt cx="2023560" cy="385920"/>
          </a:xfrm>
        </p:grpSpPr>
        <p:sp>
          <p:nvSpPr>
            <p:cNvPr id="142" name=""/>
            <p:cNvSpPr/>
            <p:nvPr/>
          </p:nvSpPr>
          <p:spPr>
            <a:xfrm>
              <a:off x="7772400" y="339480"/>
              <a:ext cx="1828440" cy="3459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3" name=""/>
            <p:cNvGrpSpPr/>
            <p:nvPr/>
          </p:nvGrpSpPr>
          <p:grpSpPr>
            <a:xfrm>
              <a:off x="7664400" y="299520"/>
              <a:ext cx="2023560" cy="385920"/>
              <a:chOff x="7664400" y="299520"/>
              <a:chExt cx="2023560" cy="385920"/>
            </a:xfrm>
          </p:grpSpPr>
          <p:sp>
            <p:nvSpPr>
              <p:cNvPr id="144" name=""/>
              <p:cNvSpPr/>
              <p:nvPr/>
            </p:nvSpPr>
            <p:spPr>
              <a:xfrm>
                <a:off x="7664400" y="299520"/>
                <a:ext cx="649800" cy="3859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latin typeface="Arial"/>
                  </a:rPr>
                  <a:t> </a:t>
                </a:r>
                <a:r>
                  <a:rPr b="0" lang="en-US" sz="1050" spc="-1" strike="noStrike">
                    <a:latin typeface="Arial"/>
                  </a:rPr>
                  <a:t>DF age</a:t>
                </a:r>
                <a:endParaRPr b="0" lang="en-US" sz="105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50" spc="-1" strike="noStrike">
                    <a:latin typeface="Arial"/>
                  </a:rPr>
                  <a:t>year</a:t>
                </a:r>
                <a:endParaRPr b="0" lang="en-US" sz="1050" spc="-1" strike="noStrike">
                  <a:latin typeface="Arial"/>
                </a:endParaRPr>
              </a:p>
            </p:txBody>
          </p:sp>
          <p:sp>
            <p:nvSpPr>
              <p:cNvPr id="145" name=""/>
              <p:cNvSpPr/>
              <p:nvPr/>
            </p:nvSpPr>
            <p:spPr>
              <a:xfrm>
                <a:off x="8282520" y="339480"/>
                <a:ext cx="140544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latin typeface="Arial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1458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2021-11-18T12:11:15Z</dcterms:created>
  <dc:creator/>
  <dc:description/>
  <dc:language>en-US</dc:language>
  <cp:lastModifiedBy/>
  <dcterms:modified xsi:type="dcterms:W3CDTF">2022-01-30T15:34:52Z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