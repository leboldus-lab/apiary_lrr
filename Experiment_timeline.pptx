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ctr"/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r"/>
            <a:fld id="{51682B4C-C00A-4646-892B-3163A4F05CF5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51840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"/>
          <p:cNvSpPr/>
          <p:nvPr/>
        </p:nvSpPr>
        <p:spPr>
          <a:xfrm>
            <a:off x="42696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"/>
          <p:cNvSpPr/>
          <p:nvPr/>
        </p:nvSpPr>
        <p:spPr>
          <a:xfrm>
            <a:off x="33552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"/>
          <p:cNvSpPr/>
          <p:nvPr/>
        </p:nvSpPr>
        <p:spPr>
          <a:xfrm>
            <a:off x="24408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"/>
          <p:cNvSpPr/>
          <p:nvPr/>
        </p:nvSpPr>
        <p:spPr>
          <a:xfrm>
            <a:off x="60984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"/>
          <p:cNvSpPr/>
          <p:nvPr/>
        </p:nvSpPr>
        <p:spPr>
          <a:xfrm>
            <a:off x="70128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/>
          <p:nvPr/>
        </p:nvSpPr>
        <p:spPr>
          <a:xfrm>
            <a:off x="79272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"/>
          <p:cNvSpPr/>
          <p:nvPr/>
        </p:nvSpPr>
        <p:spPr>
          <a:xfrm>
            <a:off x="88416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"/>
          <p:cNvSpPr/>
          <p:nvPr/>
        </p:nvSpPr>
        <p:spPr>
          <a:xfrm>
            <a:off x="97560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"/>
          <p:cNvSpPr txBox="1"/>
          <p:nvPr/>
        </p:nvSpPr>
        <p:spPr>
          <a:xfrm>
            <a:off x="2290320" y="4682880"/>
            <a:ext cx="48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80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3132720" y="4682880"/>
            <a:ext cx="48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047120" y="4682880"/>
            <a:ext cx="48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90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961520" y="4682880"/>
            <a:ext cx="48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95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715000" y="4682880"/>
            <a:ext cx="68652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2000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790320" y="4682880"/>
            <a:ext cx="48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05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698600" y="4682880"/>
            <a:ext cx="5310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8619120" y="4682880"/>
            <a:ext cx="48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533520" y="4682880"/>
            <a:ext cx="48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405800" y="4682880"/>
            <a:ext cx="68652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1975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919400" y="5140080"/>
            <a:ext cx="7956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58800" y="9504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86800" y="16362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58800" y="23454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550800" y="302148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766800" y="37044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1576800" y="91476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"/>
          <p:cNvSpPr/>
          <p:nvPr/>
        </p:nvSpPr>
        <p:spPr>
          <a:xfrm>
            <a:off x="1576800" y="3657600"/>
            <a:ext cx="8179200" cy="4568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"/>
          <p:cNvSpPr txBox="1"/>
          <p:nvPr/>
        </p:nvSpPr>
        <p:spPr>
          <a:xfrm>
            <a:off x="9516600" y="369216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855200" y="3692160"/>
            <a:ext cx="46404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9516960" y="369252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463200" y="368532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grpSp>
        <p:nvGrpSpPr>
          <p:cNvPr id="72" name=""/>
          <p:cNvGrpSpPr/>
          <p:nvPr/>
        </p:nvGrpSpPr>
        <p:grpSpPr>
          <a:xfrm>
            <a:off x="1575000" y="914400"/>
            <a:ext cx="8398800" cy="2514240"/>
            <a:chOff x="1575000" y="914400"/>
            <a:chExt cx="8398800" cy="2514240"/>
          </a:xfrm>
        </p:grpSpPr>
        <p:sp>
          <p:nvSpPr>
            <p:cNvPr id="73" name=""/>
            <p:cNvSpPr/>
            <p:nvPr/>
          </p:nvSpPr>
          <p:spPr>
            <a:xfrm>
              <a:off x="5184000" y="914400"/>
              <a:ext cx="4559400" cy="456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4" name=""/>
            <p:cNvSpPr/>
            <p:nvPr/>
          </p:nvSpPr>
          <p:spPr>
            <a:xfrm>
              <a:off x="5184000" y="1599840"/>
              <a:ext cx="4559400" cy="456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5" name=""/>
            <p:cNvSpPr txBox="1"/>
            <p:nvPr/>
          </p:nvSpPr>
          <p:spPr>
            <a:xfrm>
              <a:off x="9500400" y="1634760"/>
              <a:ext cx="47340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6" name=""/>
            <p:cNvSpPr txBox="1"/>
            <p:nvPr/>
          </p:nvSpPr>
          <p:spPr>
            <a:xfrm>
              <a:off x="9500400" y="948960"/>
              <a:ext cx="47340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7" name=""/>
            <p:cNvSpPr txBox="1"/>
            <p:nvPr/>
          </p:nvSpPr>
          <p:spPr>
            <a:xfrm>
              <a:off x="7867800" y="948960"/>
              <a:ext cx="46404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8" name=""/>
            <p:cNvSpPr txBox="1"/>
            <p:nvPr/>
          </p:nvSpPr>
          <p:spPr>
            <a:xfrm>
              <a:off x="7860960" y="1635840"/>
              <a:ext cx="46404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1576800" y="914400"/>
              <a:ext cx="3607200" cy="456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" name=""/>
            <p:cNvSpPr/>
            <p:nvPr/>
          </p:nvSpPr>
          <p:spPr>
            <a:xfrm>
              <a:off x="1576800" y="2286360"/>
              <a:ext cx="1778400" cy="456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"/>
            <p:cNvSpPr/>
            <p:nvPr/>
          </p:nvSpPr>
          <p:spPr>
            <a:xfrm>
              <a:off x="1576800" y="1600560"/>
              <a:ext cx="3607200" cy="4568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"/>
            <p:cNvSpPr/>
            <p:nvPr/>
          </p:nvSpPr>
          <p:spPr>
            <a:xfrm>
              <a:off x="1575000" y="2971800"/>
              <a:ext cx="1780200" cy="4568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3" name=""/>
          <p:cNvGrpSpPr/>
          <p:nvPr/>
        </p:nvGrpSpPr>
        <p:grpSpPr>
          <a:xfrm>
            <a:off x="3355200" y="2286360"/>
            <a:ext cx="6638400" cy="1142280"/>
            <a:chOff x="3355200" y="2286360"/>
            <a:chExt cx="6638400" cy="1142280"/>
          </a:xfrm>
        </p:grpSpPr>
        <p:sp>
          <p:nvSpPr>
            <p:cNvPr id="84" name=""/>
            <p:cNvSpPr/>
            <p:nvPr/>
          </p:nvSpPr>
          <p:spPr>
            <a:xfrm>
              <a:off x="3355200" y="2286360"/>
              <a:ext cx="6408000" cy="456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5" name=""/>
            <p:cNvSpPr/>
            <p:nvPr/>
          </p:nvSpPr>
          <p:spPr>
            <a:xfrm>
              <a:off x="3355200" y="2971800"/>
              <a:ext cx="6408000" cy="456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6" name=""/>
            <p:cNvSpPr txBox="1"/>
            <p:nvPr/>
          </p:nvSpPr>
          <p:spPr>
            <a:xfrm>
              <a:off x="9520200" y="3007800"/>
              <a:ext cx="47340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7" name=""/>
            <p:cNvSpPr txBox="1"/>
            <p:nvPr/>
          </p:nvSpPr>
          <p:spPr>
            <a:xfrm>
              <a:off x="9520200" y="2322360"/>
              <a:ext cx="47340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8" name=""/>
            <p:cNvSpPr txBox="1"/>
            <p:nvPr/>
          </p:nvSpPr>
          <p:spPr>
            <a:xfrm>
              <a:off x="7851600" y="3007800"/>
              <a:ext cx="46404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9" name=""/>
            <p:cNvSpPr txBox="1"/>
            <p:nvPr/>
          </p:nvSpPr>
          <p:spPr>
            <a:xfrm>
              <a:off x="7857360" y="2320920"/>
              <a:ext cx="46404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90" name=""/>
            <p:cNvSpPr txBox="1"/>
            <p:nvPr/>
          </p:nvSpPr>
          <p:spPr>
            <a:xfrm>
              <a:off x="4964400" y="2320920"/>
              <a:ext cx="47340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91" name=""/>
            <p:cNvSpPr txBox="1"/>
            <p:nvPr/>
          </p:nvSpPr>
          <p:spPr>
            <a:xfrm>
              <a:off x="4948200" y="3007800"/>
              <a:ext cx="473400" cy="38628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txBody>
            <a:bodyPr lIns="90000" rIns="90000" tIns="45000" bIns="45000">
              <a:noAutofit/>
            </a:bodyPr>
            <a:p>
              <a:pPr algn="ctr"/>
              <a:r>
                <a:rPr b="0" lang="en-US" sz="1050" spc="-1" strike="noStrike">
                  <a:latin typeface="Arial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/>
              <a:r>
                <a:rPr b="0" lang="en-US" sz="1050" spc="-1" strike="noStrike">
                  <a:latin typeface="Arial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</p:grpSp>
      <p:sp>
        <p:nvSpPr>
          <p:cNvPr id="92" name=""/>
          <p:cNvSpPr txBox="1"/>
          <p:nvPr/>
        </p:nvSpPr>
        <p:spPr>
          <a:xfrm rot="16180800">
            <a:off x="-392040" y="2382840"/>
            <a:ext cx="1405800" cy="373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2000" spc="-1" strike="noStrike">
                <a:latin typeface="Arial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93" name=""/>
          <p:cNvGrpSpPr/>
          <p:nvPr/>
        </p:nvGrpSpPr>
        <p:grpSpPr>
          <a:xfrm>
            <a:off x="7592400" y="228600"/>
            <a:ext cx="2008800" cy="386280"/>
            <a:chOff x="7592400" y="228600"/>
            <a:chExt cx="2008800" cy="386280"/>
          </a:xfrm>
        </p:grpSpPr>
        <p:sp>
          <p:nvSpPr>
            <p:cNvPr id="94" name=""/>
            <p:cNvSpPr/>
            <p:nvPr/>
          </p:nvSpPr>
          <p:spPr>
            <a:xfrm>
              <a:off x="7772400" y="268560"/>
              <a:ext cx="1828800" cy="3463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5" name=""/>
            <p:cNvGrpSpPr/>
            <p:nvPr/>
          </p:nvGrpSpPr>
          <p:grpSpPr>
            <a:xfrm>
              <a:off x="7592400" y="228600"/>
              <a:ext cx="1987920" cy="386280"/>
              <a:chOff x="7592400" y="228600"/>
              <a:chExt cx="1987920" cy="386280"/>
            </a:xfrm>
          </p:grpSpPr>
          <p:sp>
            <p:nvSpPr>
              <p:cNvPr id="96" name=""/>
              <p:cNvSpPr txBox="1"/>
              <p:nvPr/>
            </p:nvSpPr>
            <p:spPr>
              <a:xfrm>
                <a:off x="7592400" y="228600"/>
                <a:ext cx="613440" cy="3862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txBody>
              <a:bodyPr lIns="90000" rIns="90000" tIns="45000" bIns="45000">
                <a:noAutofit/>
              </a:bodyPr>
              <a:p>
                <a:pPr algn="ctr"/>
                <a:r>
                  <a:rPr b="0" lang="en-US" sz="1050" spc="-1" strike="noStrike">
                    <a:latin typeface="Arial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/>
                <a:r>
                  <a:rPr b="0" lang="en-US" sz="1050" spc="-1" strike="noStrike">
                    <a:latin typeface="Arial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97" name=""/>
              <p:cNvSpPr txBox="1"/>
              <p:nvPr/>
            </p:nvSpPr>
            <p:spPr>
              <a:xfrm>
                <a:off x="8174520" y="268560"/>
                <a:ext cx="1405800" cy="34632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0000" rIns="90000" tIns="45000" bIns="45000">
                <a:noAutofit/>
              </a:bodyPr>
              <a:p>
                <a:r>
                  <a:rPr b="0" lang="en-US" sz="1400" spc="-1" strike="noStrike">
                    <a:latin typeface="Arial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>
            <a:off x="51840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"/>
          <p:cNvSpPr/>
          <p:nvPr/>
        </p:nvSpPr>
        <p:spPr>
          <a:xfrm>
            <a:off x="42696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>
            <a:off x="33552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"/>
          <p:cNvSpPr/>
          <p:nvPr/>
        </p:nvSpPr>
        <p:spPr>
          <a:xfrm>
            <a:off x="24408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"/>
          <p:cNvSpPr/>
          <p:nvPr/>
        </p:nvSpPr>
        <p:spPr>
          <a:xfrm>
            <a:off x="60984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>
            <a:off x="70128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"/>
          <p:cNvSpPr/>
          <p:nvPr/>
        </p:nvSpPr>
        <p:spPr>
          <a:xfrm>
            <a:off x="79272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"/>
          <p:cNvSpPr/>
          <p:nvPr/>
        </p:nvSpPr>
        <p:spPr>
          <a:xfrm>
            <a:off x="88416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"/>
          <p:cNvSpPr/>
          <p:nvPr/>
        </p:nvSpPr>
        <p:spPr>
          <a:xfrm>
            <a:off x="9756000" y="91440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"/>
          <p:cNvSpPr txBox="1"/>
          <p:nvPr/>
        </p:nvSpPr>
        <p:spPr>
          <a:xfrm>
            <a:off x="2290320" y="4682880"/>
            <a:ext cx="30708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3132720" y="4682880"/>
            <a:ext cx="433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047120" y="4682880"/>
            <a:ext cx="433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961520" y="4682880"/>
            <a:ext cx="433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875920" y="4682880"/>
            <a:ext cx="433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790320" y="4682880"/>
            <a:ext cx="433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30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698600" y="4682880"/>
            <a:ext cx="457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35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8619120" y="4682880"/>
            <a:ext cx="433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40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9533520" y="4682880"/>
            <a:ext cx="433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45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405800" y="4682880"/>
            <a:ext cx="30708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233600" y="5140080"/>
            <a:ext cx="32364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Douglas Fir Stand Age (years)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58800" y="9504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86800" y="16362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58800" y="23454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50800" y="302148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66800" y="3704400"/>
            <a:ext cx="1024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576800" y="914760"/>
            <a:ext cx="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"/>
          <p:cNvSpPr/>
          <p:nvPr/>
        </p:nvSpPr>
        <p:spPr>
          <a:xfrm>
            <a:off x="1576800" y="914760"/>
            <a:ext cx="4521600" cy="4568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"/>
          <p:cNvSpPr/>
          <p:nvPr/>
        </p:nvSpPr>
        <p:spPr>
          <a:xfrm>
            <a:off x="1576800" y="1600200"/>
            <a:ext cx="4521600" cy="4568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"/>
          <p:cNvSpPr/>
          <p:nvPr/>
        </p:nvSpPr>
        <p:spPr>
          <a:xfrm>
            <a:off x="1576800" y="2286360"/>
            <a:ext cx="6350400" cy="4568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"/>
          <p:cNvSpPr/>
          <p:nvPr/>
        </p:nvSpPr>
        <p:spPr>
          <a:xfrm>
            <a:off x="1576800" y="2971800"/>
            <a:ext cx="6350400" cy="4568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"/>
          <p:cNvSpPr/>
          <p:nvPr/>
        </p:nvSpPr>
        <p:spPr>
          <a:xfrm>
            <a:off x="1576800" y="3657600"/>
            <a:ext cx="8179200" cy="4568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"/>
          <p:cNvSpPr txBox="1"/>
          <p:nvPr/>
        </p:nvSpPr>
        <p:spPr>
          <a:xfrm>
            <a:off x="9516600" y="369216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684200" y="300780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684200" y="232236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855400" y="163512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855400" y="94932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819200" y="3692160"/>
            <a:ext cx="46404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9516960" y="369252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463200" y="368532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051600" y="3007800"/>
            <a:ext cx="46404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057360" y="2320920"/>
            <a:ext cx="46404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222800" y="949320"/>
            <a:ext cx="46404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215960" y="1636200"/>
            <a:ext cx="46404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128400" y="232092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112200" y="3007800"/>
            <a:ext cx="473400" cy="38628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050" spc="-1" strike="noStrike">
                <a:latin typeface="Arial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/>
            <a:r>
              <a:rPr b="0" lang="en-US" sz="1050" spc="-1" strike="noStrike">
                <a:latin typeface="Arial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 rot="16180800">
            <a:off x="-392040" y="2382840"/>
            <a:ext cx="1405800" cy="373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2000" spc="-1" strike="noStrike">
                <a:latin typeface="Arial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4" name=""/>
          <p:cNvGrpSpPr/>
          <p:nvPr/>
        </p:nvGrpSpPr>
        <p:grpSpPr>
          <a:xfrm>
            <a:off x="7664400" y="299520"/>
            <a:ext cx="2023920" cy="386280"/>
            <a:chOff x="7664400" y="299520"/>
            <a:chExt cx="2023920" cy="386280"/>
          </a:xfrm>
        </p:grpSpPr>
        <p:sp>
          <p:nvSpPr>
            <p:cNvPr id="145" name=""/>
            <p:cNvSpPr/>
            <p:nvPr/>
          </p:nvSpPr>
          <p:spPr>
            <a:xfrm>
              <a:off x="7772400" y="339480"/>
              <a:ext cx="1828800" cy="3463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6" name=""/>
            <p:cNvGrpSpPr/>
            <p:nvPr/>
          </p:nvGrpSpPr>
          <p:grpSpPr>
            <a:xfrm>
              <a:off x="7664400" y="299520"/>
              <a:ext cx="2023920" cy="386280"/>
              <a:chOff x="7664400" y="299520"/>
              <a:chExt cx="2023920" cy="386280"/>
            </a:xfrm>
          </p:grpSpPr>
          <p:sp>
            <p:nvSpPr>
              <p:cNvPr id="147" name=""/>
              <p:cNvSpPr txBox="1"/>
              <p:nvPr/>
            </p:nvSpPr>
            <p:spPr>
              <a:xfrm>
                <a:off x="7664400" y="299520"/>
                <a:ext cx="650160" cy="38628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txBody>
              <a:bodyPr lIns="90000" rIns="90000" tIns="45000" bIns="45000">
                <a:noAutofit/>
              </a:bodyPr>
              <a:p>
                <a:pPr algn="ctr"/>
                <a:r>
                  <a:rPr b="0" lang="en-US" sz="1050" spc="-1" strike="noStrike">
                    <a:latin typeface="Arial"/>
                  </a:rPr>
                  <a:t> </a:t>
                </a:r>
                <a:r>
                  <a:rPr b="0" lang="en-US" sz="1050" spc="-1" strike="noStrike">
                    <a:latin typeface="Arial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/>
                <a:r>
                  <a:rPr b="0" lang="en-US" sz="1050" spc="-1" strike="noStrike">
                    <a:latin typeface="Arial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148" name=""/>
              <p:cNvSpPr txBox="1"/>
              <p:nvPr/>
            </p:nvSpPr>
            <p:spPr>
              <a:xfrm>
                <a:off x="8282520" y="339480"/>
                <a:ext cx="1405800" cy="34632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0000" rIns="90000" tIns="45000" bIns="45000">
                <a:noAutofit/>
              </a:bodyPr>
              <a:p>
                <a:r>
                  <a:rPr b="0" lang="en-US" sz="1400" spc="-1" strike="noStrike">
                    <a:latin typeface="Arial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2021-11-18T12:41:35Z</dcterms:modified>
  <cp:revision>6</cp:revision>
  <dc:subject/>
  <dc:title/>
</cp:coreProperties>
</file>