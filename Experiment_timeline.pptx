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10080625" cy="5670550"/>
  <p:notesSz cx="7772400" cy="10058400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2000" cy="4388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5184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9" name=""/>
          <p:cNvSpPr/>
          <p:nvPr/>
        </p:nvSpPr>
        <p:spPr>
          <a:xfrm>
            <a:off x="4269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0" name=""/>
          <p:cNvSpPr/>
          <p:nvPr/>
        </p:nvSpPr>
        <p:spPr>
          <a:xfrm>
            <a:off x="3355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" name=""/>
          <p:cNvSpPr/>
          <p:nvPr/>
        </p:nvSpPr>
        <p:spPr>
          <a:xfrm>
            <a:off x="2440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2" name=""/>
          <p:cNvSpPr/>
          <p:nvPr/>
        </p:nvSpPr>
        <p:spPr>
          <a:xfrm>
            <a:off x="60984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3" name=""/>
          <p:cNvSpPr/>
          <p:nvPr/>
        </p:nvSpPr>
        <p:spPr>
          <a:xfrm>
            <a:off x="7012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4" name=""/>
          <p:cNvSpPr/>
          <p:nvPr/>
        </p:nvSpPr>
        <p:spPr>
          <a:xfrm>
            <a:off x="7927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"/>
          <p:cNvSpPr/>
          <p:nvPr/>
        </p:nvSpPr>
        <p:spPr>
          <a:xfrm>
            <a:off x="8841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"/>
          <p:cNvSpPr/>
          <p:nvPr/>
        </p:nvSpPr>
        <p:spPr>
          <a:xfrm>
            <a:off x="9756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"/>
          <p:cNvSpPr/>
          <p:nvPr/>
        </p:nvSpPr>
        <p:spPr>
          <a:xfrm>
            <a:off x="2290320" y="4682880"/>
            <a:ext cx="4831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80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3132720" y="4682880"/>
            <a:ext cx="4831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85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4047120" y="4682880"/>
            <a:ext cx="4831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90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4961520" y="4682880"/>
            <a:ext cx="4831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95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1" name=""/>
          <p:cNvSpPr/>
          <p:nvPr/>
        </p:nvSpPr>
        <p:spPr>
          <a:xfrm>
            <a:off x="5715000" y="4682880"/>
            <a:ext cx="6854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2000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6790320" y="4682880"/>
            <a:ext cx="4831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05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3" name=""/>
          <p:cNvSpPr/>
          <p:nvPr/>
        </p:nvSpPr>
        <p:spPr>
          <a:xfrm>
            <a:off x="7698600" y="4682880"/>
            <a:ext cx="5299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8619120" y="4682880"/>
            <a:ext cx="4831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9533520" y="4682880"/>
            <a:ext cx="4831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1405800" y="4682880"/>
            <a:ext cx="6854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1975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4919400" y="5140080"/>
            <a:ext cx="7945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Year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8" name=""/>
          <p:cNvSpPr/>
          <p:nvPr/>
        </p:nvSpPr>
        <p:spPr>
          <a:xfrm>
            <a:off x="457200" y="950400"/>
            <a:ext cx="12247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(D) RA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9" name=""/>
          <p:cNvSpPr/>
          <p:nvPr/>
        </p:nvSpPr>
        <p:spPr>
          <a:xfrm>
            <a:off x="408600" y="1636200"/>
            <a:ext cx="13813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(E) CW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465120" y="2345400"/>
            <a:ext cx="118080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(A) RA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408600" y="3021480"/>
            <a:ext cx="13453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(B) CW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541800" y="3704400"/>
            <a:ext cx="11041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(C) DF 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1576800" y="91476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64" name=""/>
          <p:cNvSpPr/>
          <p:nvPr/>
        </p:nvSpPr>
        <p:spPr>
          <a:xfrm>
            <a:off x="1576800" y="3657600"/>
            <a:ext cx="8178120" cy="455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65" name=""/>
          <p:cNvSpPr/>
          <p:nvPr/>
        </p:nvSpPr>
        <p:spPr>
          <a:xfrm>
            <a:off x="9516600" y="3692160"/>
            <a:ext cx="472320" cy="38520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7855200" y="3692160"/>
            <a:ext cx="462960" cy="38520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9516960" y="3692520"/>
            <a:ext cx="472320" cy="38520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3463200" y="3685320"/>
            <a:ext cx="472320" cy="38520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50" spc="-1" strike="noStrike">
              <a:latin typeface="Arial"/>
            </a:endParaRPr>
          </a:p>
        </p:txBody>
      </p:sp>
      <p:grpSp>
        <p:nvGrpSpPr>
          <p:cNvPr id="69" name=""/>
          <p:cNvGrpSpPr/>
          <p:nvPr/>
        </p:nvGrpSpPr>
        <p:grpSpPr>
          <a:xfrm>
            <a:off x="1575000" y="914400"/>
            <a:ext cx="8397720" cy="2513160"/>
            <a:chOff x="1575000" y="914400"/>
            <a:chExt cx="8397720" cy="2513160"/>
          </a:xfrm>
        </p:grpSpPr>
        <p:sp>
          <p:nvSpPr>
            <p:cNvPr id="70" name=""/>
            <p:cNvSpPr/>
            <p:nvPr/>
          </p:nvSpPr>
          <p:spPr>
            <a:xfrm>
              <a:off x="5184000" y="914400"/>
              <a:ext cx="4558320" cy="45576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" name=""/>
            <p:cNvSpPr/>
            <p:nvPr/>
          </p:nvSpPr>
          <p:spPr>
            <a:xfrm>
              <a:off x="5184000" y="1599840"/>
              <a:ext cx="4558320" cy="45576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2" name=""/>
            <p:cNvSpPr/>
            <p:nvPr/>
          </p:nvSpPr>
          <p:spPr>
            <a:xfrm>
              <a:off x="9500400" y="1634760"/>
              <a:ext cx="472320" cy="38520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25</a:t>
              </a:r>
              <a:endParaRPr b="0" lang="en-US" sz="105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73" name=""/>
            <p:cNvSpPr/>
            <p:nvPr/>
          </p:nvSpPr>
          <p:spPr>
            <a:xfrm>
              <a:off x="9500400" y="948960"/>
              <a:ext cx="472320" cy="38520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25</a:t>
              </a:r>
              <a:endParaRPr b="0" lang="en-US" sz="105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74" name=""/>
            <p:cNvSpPr/>
            <p:nvPr/>
          </p:nvSpPr>
          <p:spPr>
            <a:xfrm>
              <a:off x="7867800" y="948960"/>
              <a:ext cx="462960" cy="38520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16</a:t>
              </a:r>
              <a:endParaRPr b="0" lang="en-US" sz="105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75" name=""/>
            <p:cNvSpPr/>
            <p:nvPr/>
          </p:nvSpPr>
          <p:spPr>
            <a:xfrm>
              <a:off x="7860960" y="1635840"/>
              <a:ext cx="462960" cy="38520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16</a:t>
              </a:r>
              <a:endParaRPr b="0" lang="en-US" sz="105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76" name=""/>
            <p:cNvSpPr/>
            <p:nvPr/>
          </p:nvSpPr>
          <p:spPr>
            <a:xfrm>
              <a:off x="1576800" y="914400"/>
              <a:ext cx="3606120" cy="45576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" name=""/>
            <p:cNvSpPr/>
            <p:nvPr/>
          </p:nvSpPr>
          <p:spPr>
            <a:xfrm>
              <a:off x="1576800" y="2286360"/>
              <a:ext cx="1777320" cy="45576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" name=""/>
            <p:cNvSpPr/>
            <p:nvPr/>
          </p:nvSpPr>
          <p:spPr>
            <a:xfrm>
              <a:off x="1576800" y="1600560"/>
              <a:ext cx="3606120" cy="45576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" name=""/>
            <p:cNvSpPr/>
            <p:nvPr/>
          </p:nvSpPr>
          <p:spPr>
            <a:xfrm>
              <a:off x="1575000" y="2971800"/>
              <a:ext cx="1779120" cy="45576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80" name=""/>
          <p:cNvGrpSpPr/>
          <p:nvPr/>
        </p:nvGrpSpPr>
        <p:grpSpPr>
          <a:xfrm>
            <a:off x="3355200" y="2286360"/>
            <a:ext cx="6637320" cy="1141200"/>
            <a:chOff x="3355200" y="2286360"/>
            <a:chExt cx="6637320" cy="1141200"/>
          </a:xfrm>
        </p:grpSpPr>
        <p:sp>
          <p:nvSpPr>
            <p:cNvPr id="81" name=""/>
            <p:cNvSpPr/>
            <p:nvPr/>
          </p:nvSpPr>
          <p:spPr>
            <a:xfrm>
              <a:off x="3355200" y="2286360"/>
              <a:ext cx="6406920" cy="45576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2" name=""/>
            <p:cNvSpPr/>
            <p:nvPr/>
          </p:nvSpPr>
          <p:spPr>
            <a:xfrm>
              <a:off x="3355200" y="2971800"/>
              <a:ext cx="6406920" cy="45576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" name=""/>
            <p:cNvSpPr/>
            <p:nvPr/>
          </p:nvSpPr>
          <p:spPr>
            <a:xfrm>
              <a:off x="9520200" y="3007800"/>
              <a:ext cx="472320" cy="38520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35</a:t>
              </a:r>
              <a:endParaRPr b="0" lang="en-US" sz="105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84" name=""/>
            <p:cNvSpPr/>
            <p:nvPr/>
          </p:nvSpPr>
          <p:spPr>
            <a:xfrm>
              <a:off x="9520200" y="2322360"/>
              <a:ext cx="472320" cy="38520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35</a:t>
              </a:r>
              <a:endParaRPr b="0" lang="en-US" sz="105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85" name=""/>
            <p:cNvSpPr/>
            <p:nvPr/>
          </p:nvSpPr>
          <p:spPr>
            <a:xfrm>
              <a:off x="7851600" y="3007800"/>
              <a:ext cx="462960" cy="38520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26</a:t>
              </a:r>
              <a:endParaRPr b="0" lang="en-US" sz="105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86" name=""/>
            <p:cNvSpPr/>
            <p:nvPr/>
          </p:nvSpPr>
          <p:spPr>
            <a:xfrm>
              <a:off x="7857360" y="2320920"/>
              <a:ext cx="462960" cy="38520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26</a:t>
              </a:r>
              <a:endParaRPr b="0" lang="en-US" sz="105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87" name=""/>
            <p:cNvSpPr/>
            <p:nvPr/>
          </p:nvSpPr>
          <p:spPr>
            <a:xfrm>
              <a:off x="4964400" y="2320920"/>
              <a:ext cx="472320" cy="385200"/>
            </a:xfrm>
            <a:prstGeom prst="rect">
              <a:avLst/>
            </a:prstGeom>
            <a:solidFill>
              <a:srgbClr val="ffffa6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</a:t>
              </a:r>
              <a:endParaRPr b="0" lang="en-US" sz="105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88" name=""/>
            <p:cNvSpPr/>
            <p:nvPr/>
          </p:nvSpPr>
          <p:spPr>
            <a:xfrm>
              <a:off x="4948200" y="3007800"/>
              <a:ext cx="472320" cy="38520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</a:t>
              </a:r>
              <a:endParaRPr b="0" lang="en-US" sz="105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50" spc="-1" strike="noStrike">
                <a:latin typeface="Arial"/>
              </a:endParaRPr>
            </a:p>
          </p:txBody>
        </p:sp>
      </p:grpSp>
      <p:sp>
        <p:nvSpPr>
          <p:cNvPr id="89" name=""/>
          <p:cNvSpPr/>
          <p:nvPr/>
        </p:nvSpPr>
        <p:spPr>
          <a:xfrm rot="16180800">
            <a:off x="-392040" y="2382840"/>
            <a:ext cx="140472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90" name=""/>
          <p:cNvGrpSpPr/>
          <p:nvPr/>
        </p:nvGrpSpPr>
        <p:grpSpPr>
          <a:xfrm>
            <a:off x="7592400" y="228600"/>
            <a:ext cx="2007720" cy="385200"/>
            <a:chOff x="7592400" y="228600"/>
            <a:chExt cx="2007720" cy="385200"/>
          </a:xfrm>
        </p:grpSpPr>
        <p:sp>
          <p:nvSpPr>
            <p:cNvPr id="91" name=""/>
            <p:cNvSpPr/>
            <p:nvPr/>
          </p:nvSpPr>
          <p:spPr>
            <a:xfrm>
              <a:off x="7772400" y="268560"/>
              <a:ext cx="1827720" cy="34524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92" name=""/>
            <p:cNvGrpSpPr/>
            <p:nvPr/>
          </p:nvGrpSpPr>
          <p:grpSpPr>
            <a:xfrm>
              <a:off x="7592400" y="228600"/>
              <a:ext cx="1986840" cy="385200"/>
              <a:chOff x="7592400" y="228600"/>
              <a:chExt cx="1986840" cy="385200"/>
            </a:xfrm>
          </p:grpSpPr>
          <p:sp>
            <p:nvSpPr>
              <p:cNvPr id="93" name=""/>
              <p:cNvSpPr/>
              <p:nvPr/>
            </p:nvSpPr>
            <p:spPr>
              <a:xfrm>
                <a:off x="7592400" y="228600"/>
                <a:ext cx="612360" cy="38520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5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5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5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50" spc="-1" strike="noStrike">
                  <a:latin typeface="Arial"/>
                </a:endParaRPr>
              </a:p>
            </p:txBody>
          </p:sp>
          <p:sp>
            <p:nvSpPr>
              <p:cNvPr id="94" name=""/>
              <p:cNvSpPr/>
              <p:nvPr/>
            </p:nvSpPr>
            <p:spPr>
              <a:xfrm>
                <a:off x="8174520" y="268560"/>
                <a:ext cx="1404720" cy="3452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sp>
        <p:nvSpPr>
          <p:cNvPr id="95" name=""/>
          <p:cNvSpPr/>
          <p:nvPr/>
        </p:nvSpPr>
        <p:spPr>
          <a:xfrm>
            <a:off x="3429000" y="685800"/>
            <a:ext cx="5029200" cy="3886200"/>
          </a:xfrm>
          <a:prstGeom prst="rect">
            <a:avLst/>
          </a:prstGeom>
          <a:noFill/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" name=""/>
          <p:cNvSpPr/>
          <p:nvPr/>
        </p:nvSpPr>
        <p:spPr>
          <a:xfrm>
            <a:off x="7772400" y="649800"/>
            <a:ext cx="2286000" cy="3886200"/>
          </a:xfrm>
          <a:prstGeom prst="rect">
            <a:avLst/>
          </a:prstGeom>
          <a:noFill/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7" name=""/>
          <p:cNvSpPr txBox="1"/>
          <p:nvPr/>
        </p:nvSpPr>
        <p:spPr>
          <a:xfrm>
            <a:off x="4114800" y="623880"/>
            <a:ext cx="2286000" cy="489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Transcribed datasheets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8330760" y="613800"/>
            <a:ext cx="1276200" cy="489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Spreadsheet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"/>
          <p:cNvSpPr/>
          <p:nvPr/>
        </p:nvSpPr>
        <p:spPr>
          <a:xfrm>
            <a:off x="5184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0" name=""/>
          <p:cNvSpPr/>
          <p:nvPr/>
        </p:nvSpPr>
        <p:spPr>
          <a:xfrm>
            <a:off x="4269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1" name=""/>
          <p:cNvSpPr/>
          <p:nvPr/>
        </p:nvSpPr>
        <p:spPr>
          <a:xfrm>
            <a:off x="3355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"/>
          <p:cNvSpPr/>
          <p:nvPr/>
        </p:nvSpPr>
        <p:spPr>
          <a:xfrm>
            <a:off x="2440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3" name=""/>
          <p:cNvSpPr/>
          <p:nvPr/>
        </p:nvSpPr>
        <p:spPr>
          <a:xfrm>
            <a:off x="60984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"/>
          <p:cNvSpPr/>
          <p:nvPr/>
        </p:nvSpPr>
        <p:spPr>
          <a:xfrm>
            <a:off x="7012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5" name=""/>
          <p:cNvSpPr/>
          <p:nvPr/>
        </p:nvSpPr>
        <p:spPr>
          <a:xfrm>
            <a:off x="7927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6" name=""/>
          <p:cNvSpPr/>
          <p:nvPr/>
        </p:nvSpPr>
        <p:spPr>
          <a:xfrm>
            <a:off x="8841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"/>
          <p:cNvSpPr/>
          <p:nvPr/>
        </p:nvSpPr>
        <p:spPr>
          <a:xfrm>
            <a:off x="9756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8" name=""/>
          <p:cNvSpPr/>
          <p:nvPr/>
        </p:nvSpPr>
        <p:spPr>
          <a:xfrm>
            <a:off x="2290320" y="4682880"/>
            <a:ext cx="30600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3132720" y="4682880"/>
            <a:ext cx="4327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4047120" y="4682880"/>
            <a:ext cx="4327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4961520" y="4682880"/>
            <a:ext cx="4327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5875920" y="4682880"/>
            <a:ext cx="4327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6790320" y="4682880"/>
            <a:ext cx="4327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7698600" y="4682880"/>
            <a:ext cx="4561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>
            <a:off x="8619120" y="4682880"/>
            <a:ext cx="4327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40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9533520" y="4682880"/>
            <a:ext cx="4327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1405800" y="4682880"/>
            <a:ext cx="30600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8" name=""/>
          <p:cNvSpPr/>
          <p:nvPr/>
        </p:nvSpPr>
        <p:spPr>
          <a:xfrm>
            <a:off x="4233600" y="5140080"/>
            <a:ext cx="32353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Douglas Fir Stand Age (years)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9" name=""/>
          <p:cNvSpPr/>
          <p:nvPr/>
        </p:nvSpPr>
        <p:spPr>
          <a:xfrm>
            <a:off x="658800" y="950400"/>
            <a:ext cx="10231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0" name=""/>
          <p:cNvSpPr/>
          <p:nvPr/>
        </p:nvSpPr>
        <p:spPr>
          <a:xfrm>
            <a:off x="586800" y="1636200"/>
            <a:ext cx="10231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1" name=""/>
          <p:cNvSpPr/>
          <p:nvPr/>
        </p:nvSpPr>
        <p:spPr>
          <a:xfrm>
            <a:off x="658800" y="2345400"/>
            <a:ext cx="10231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2" name=""/>
          <p:cNvSpPr/>
          <p:nvPr/>
        </p:nvSpPr>
        <p:spPr>
          <a:xfrm>
            <a:off x="550800" y="3021480"/>
            <a:ext cx="10231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766800" y="3704400"/>
            <a:ext cx="10231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DF 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4" name=""/>
          <p:cNvSpPr/>
          <p:nvPr/>
        </p:nvSpPr>
        <p:spPr>
          <a:xfrm>
            <a:off x="1576800" y="91476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5" name=""/>
          <p:cNvSpPr/>
          <p:nvPr/>
        </p:nvSpPr>
        <p:spPr>
          <a:xfrm>
            <a:off x="1576800" y="914760"/>
            <a:ext cx="4520520" cy="455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"/>
          <p:cNvSpPr/>
          <p:nvPr/>
        </p:nvSpPr>
        <p:spPr>
          <a:xfrm>
            <a:off x="1576800" y="1600200"/>
            <a:ext cx="4520520" cy="455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7" name=""/>
          <p:cNvSpPr/>
          <p:nvPr/>
        </p:nvSpPr>
        <p:spPr>
          <a:xfrm>
            <a:off x="1576800" y="2286360"/>
            <a:ext cx="6349320" cy="455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8" name=""/>
          <p:cNvSpPr/>
          <p:nvPr/>
        </p:nvSpPr>
        <p:spPr>
          <a:xfrm>
            <a:off x="1576800" y="2971800"/>
            <a:ext cx="6349320" cy="455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"/>
          <p:cNvSpPr/>
          <p:nvPr/>
        </p:nvSpPr>
        <p:spPr>
          <a:xfrm>
            <a:off x="1576800" y="3657600"/>
            <a:ext cx="8178120" cy="455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"/>
          <p:cNvSpPr/>
          <p:nvPr/>
        </p:nvSpPr>
        <p:spPr>
          <a:xfrm>
            <a:off x="9516600" y="3692160"/>
            <a:ext cx="472320" cy="38520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7684200" y="3007800"/>
            <a:ext cx="472320" cy="38520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2" name=""/>
          <p:cNvSpPr/>
          <p:nvPr/>
        </p:nvSpPr>
        <p:spPr>
          <a:xfrm>
            <a:off x="7684200" y="2322360"/>
            <a:ext cx="472320" cy="38520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3" name=""/>
          <p:cNvSpPr/>
          <p:nvPr/>
        </p:nvSpPr>
        <p:spPr>
          <a:xfrm>
            <a:off x="5855400" y="1635120"/>
            <a:ext cx="472320" cy="38520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5855400" y="949320"/>
            <a:ext cx="472320" cy="38520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7819200" y="3692160"/>
            <a:ext cx="462960" cy="38520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6" name=""/>
          <p:cNvSpPr/>
          <p:nvPr/>
        </p:nvSpPr>
        <p:spPr>
          <a:xfrm>
            <a:off x="9516960" y="3692520"/>
            <a:ext cx="472320" cy="38520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7" name=""/>
          <p:cNvSpPr/>
          <p:nvPr/>
        </p:nvSpPr>
        <p:spPr>
          <a:xfrm>
            <a:off x="3463200" y="3685320"/>
            <a:ext cx="472320" cy="38520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8" name=""/>
          <p:cNvSpPr/>
          <p:nvPr/>
        </p:nvSpPr>
        <p:spPr>
          <a:xfrm>
            <a:off x="6051600" y="3007800"/>
            <a:ext cx="462960" cy="38520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26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6057360" y="2320920"/>
            <a:ext cx="462960" cy="38520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26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40" name=""/>
          <p:cNvSpPr/>
          <p:nvPr/>
        </p:nvSpPr>
        <p:spPr>
          <a:xfrm>
            <a:off x="4222800" y="949320"/>
            <a:ext cx="462960" cy="38520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16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41" name=""/>
          <p:cNvSpPr/>
          <p:nvPr/>
        </p:nvSpPr>
        <p:spPr>
          <a:xfrm>
            <a:off x="4215960" y="1636200"/>
            <a:ext cx="462960" cy="38520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16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42" name=""/>
          <p:cNvSpPr/>
          <p:nvPr/>
        </p:nvSpPr>
        <p:spPr>
          <a:xfrm>
            <a:off x="3128400" y="2320920"/>
            <a:ext cx="472320" cy="385200"/>
          </a:xfrm>
          <a:prstGeom prst="rect">
            <a:avLst/>
          </a:prstGeom>
          <a:solidFill>
            <a:srgbClr val="ffffa6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43" name=""/>
          <p:cNvSpPr/>
          <p:nvPr/>
        </p:nvSpPr>
        <p:spPr>
          <a:xfrm>
            <a:off x="3112200" y="3007800"/>
            <a:ext cx="472320" cy="38520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44" name=""/>
          <p:cNvSpPr/>
          <p:nvPr/>
        </p:nvSpPr>
        <p:spPr>
          <a:xfrm rot="16180800">
            <a:off x="-392040" y="2382840"/>
            <a:ext cx="140472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145" name=""/>
          <p:cNvGrpSpPr/>
          <p:nvPr/>
        </p:nvGrpSpPr>
        <p:grpSpPr>
          <a:xfrm>
            <a:off x="7664400" y="299520"/>
            <a:ext cx="2022840" cy="385200"/>
            <a:chOff x="7664400" y="299520"/>
            <a:chExt cx="2022840" cy="385200"/>
          </a:xfrm>
        </p:grpSpPr>
        <p:sp>
          <p:nvSpPr>
            <p:cNvPr id="146" name=""/>
            <p:cNvSpPr/>
            <p:nvPr/>
          </p:nvSpPr>
          <p:spPr>
            <a:xfrm>
              <a:off x="7772400" y="339480"/>
              <a:ext cx="1827720" cy="34524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147" name=""/>
            <p:cNvGrpSpPr/>
            <p:nvPr/>
          </p:nvGrpSpPr>
          <p:grpSpPr>
            <a:xfrm>
              <a:off x="7664400" y="299520"/>
              <a:ext cx="2022840" cy="385200"/>
              <a:chOff x="7664400" y="299520"/>
              <a:chExt cx="2022840" cy="385200"/>
            </a:xfrm>
          </p:grpSpPr>
          <p:sp>
            <p:nvSpPr>
              <p:cNvPr id="148" name=""/>
              <p:cNvSpPr/>
              <p:nvPr/>
            </p:nvSpPr>
            <p:spPr>
              <a:xfrm>
                <a:off x="7664400" y="299520"/>
                <a:ext cx="649080" cy="38520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5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 </a:t>
                </a:r>
                <a:r>
                  <a:rPr b="0" lang="en-US" sz="105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5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5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50" spc="-1" strike="noStrike">
                  <a:latin typeface="Arial"/>
                </a:endParaRPr>
              </a:p>
            </p:txBody>
          </p:sp>
          <p:sp>
            <p:nvSpPr>
              <p:cNvPr id="149" name=""/>
              <p:cNvSpPr/>
              <p:nvPr/>
            </p:nvSpPr>
            <p:spPr>
              <a:xfrm>
                <a:off x="8282520" y="339480"/>
                <a:ext cx="1404720" cy="3452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3068</TotalTime>
  <Application>LibreOffice/7.1.5.2$Windows_X86_64 LibreOffice_project/85f04e9f809797b8199d13c421bd8a2b025d52b5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2021-11-18T12:11:15Z</dcterms:created>
  <dc:creator/>
  <dc:description/>
  <dc:language>en-US</dc:language>
  <cp:lastModifiedBy/>
  <dcterms:modified xsi:type="dcterms:W3CDTF">2022-02-03T14:19:24Z</dcterms:modified>
  <cp:revision>10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