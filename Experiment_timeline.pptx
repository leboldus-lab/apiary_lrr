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traight Connector 37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traight Connector 38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traight Connector 39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traight Connector 40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traight Connector 4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Straight Connector 42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traight Connector 43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traight Connector 44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traight Connector 45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Rectangle 46"/>
          <p:cNvSpPr/>
          <p:nvPr/>
        </p:nvSpPr>
        <p:spPr>
          <a:xfrm>
            <a:off x="22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327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047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961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7150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7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98600" y="4682880"/>
            <a:ext cx="529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619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533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4058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919400" y="5140080"/>
            <a:ext cx="7941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57200" y="950400"/>
            <a:ext cx="1224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08600" y="1636200"/>
            <a:ext cx="1380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465120" y="2345400"/>
            <a:ext cx="11804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08600" y="3021480"/>
            <a:ext cx="134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41800" y="3704400"/>
            <a:ext cx="1103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Straight Connector 62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Rectangle 63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Rectangle 64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55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" name="Rectangle 67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575000" y="914400"/>
            <a:ext cx="8397360" cy="2512800"/>
            <a:chOff x="1575000" y="914400"/>
            <a:chExt cx="8397360" cy="2512800"/>
          </a:xfrm>
        </p:grpSpPr>
        <p:sp>
          <p:nvSpPr>
            <p:cNvPr id="69" name="Rectangle 69"/>
            <p:cNvSpPr/>
            <p:nvPr/>
          </p:nvSpPr>
          <p:spPr>
            <a:xfrm>
              <a:off x="5184000" y="914400"/>
              <a:ext cx="45579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Rectangle 70"/>
            <p:cNvSpPr/>
            <p:nvPr/>
          </p:nvSpPr>
          <p:spPr>
            <a:xfrm>
              <a:off x="5184000" y="1599840"/>
              <a:ext cx="45579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Rectangle 71"/>
            <p:cNvSpPr/>
            <p:nvPr/>
          </p:nvSpPr>
          <p:spPr>
            <a:xfrm>
              <a:off x="9500400" y="16347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500400" y="9489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867800" y="94896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860960" y="163584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576800" y="914400"/>
              <a:ext cx="36057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6" name="Rectangle 76"/>
            <p:cNvSpPr/>
            <p:nvPr/>
          </p:nvSpPr>
          <p:spPr>
            <a:xfrm>
              <a:off x="1576800" y="2286360"/>
              <a:ext cx="17769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Rectangle 77"/>
            <p:cNvSpPr/>
            <p:nvPr/>
          </p:nvSpPr>
          <p:spPr>
            <a:xfrm>
              <a:off x="1576800" y="1600560"/>
              <a:ext cx="36057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Rectangle 78"/>
            <p:cNvSpPr/>
            <p:nvPr/>
          </p:nvSpPr>
          <p:spPr>
            <a:xfrm>
              <a:off x="1575000" y="2971800"/>
              <a:ext cx="17787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9" name="Group 79"/>
          <p:cNvGrpSpPr/>
          <p:nvPr/>
        </p:nvGrpSpPr>
        <p:grpSpPr>
          <a:xfrm>
            <a:off x="3355200" y="2286360"/>
            <a:ext cx="6636960" cy="1140840"/>
            <a:chOff x="3355200" y="2286360"/>
            <a:chExt cx="6636960" cy="1140840"/>
          </a:xfrm>
        </p:grpSpPr>
        <p:sp>
          <p:nvSpPr>
            <p:cNvPr id="80" name="Rectangle 80"/>
            <p:cNvSpPr/>
            <p:nvPr/>
          </p:nvSpPr>
          <p:spPr>
            <a:xfrm>
              <a:off x="3355200" y="228636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Rectangle 81"/>
            <p:cNvSpPr/>
            <p:nvPr/>
          </p:nvSpPr>
          <p:spPr>
            <a:xfrm>
              <a:off x="3355200" y="297180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Rectangle 82"/>
            <p:cNvSpPr/>
            <p:nvPr/>
          </p:nvSpPr>
          <p:spPr>
            <a:xfrm>
              <a:off x="9520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0200" y="23223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7851600" y="300780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857360" y="232092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964400" y="2320920"/>
              <a:ext cx="471960" cy="38484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948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88" name="Rectangle 88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89" name="Group 89"/>
          <p:cNvGrpSpPr/>
          <p:nvPr/>
        </p:nvGrpSpPr>
        <p:grpSpPr>
          <a:xfrm>
            <a:off x="7592400" y="228600"/>
            <a:ext cx="2007360" cy="384840"/>
            <a:chOff x="7592400" y="228600"/>
            <a:chExt cx="2007360" cy="384840"/>
          </a:xfrm>
        </p:grpSpPr>
        <p:sp>
          <p:nvSpPr>
            <p:cNvPr id="90" name="Rectangle 90"/>
            <p:cNvSpPr/>
            <p:nvPr/>
          </p:nvSpPr>
          <p:spPr>
            <a:xfrm>
              <a:off x="7772400" y="26856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1" name="Group 91"/>
            <p:cNvGrpSpPr/>
            <p:nvPr/>
          </p:nvGrpSpPr>
          <p:grpSpPr>
            <a:xfrm>
              <a:off x="7592400" y="228600"/>
              <a:ext cx="1986480" cy="384840"/>
              <a:chOff x="7592400" y="228600"/>
              <a:chExt cx="1986480" cy="384840"/>
            </a:xfrm>
          </p:grpSpPr>
          <p:sp>
            <p:nvSpPr>
              <p:cNvPr id="92" name="Rectangle 92"/>
              <p:cNvSpPr/>
              <p:nvPr/>
            </p:nvSpPr>
            <p:spPr>
              <a:xfrm>
                <a:off x="7592400" y="228600"/>
                <a:ext cx="61200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93" name="Rectangle 93"/>
              <p:cNvSpPr/>
              <p:nvPr/>
            </p:nvSpPr>
            <p:spPr>
              <a:xfrm>
                <a:off x="8174520" y="26856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94" name="Rectangle 94"/>
          <p:cNvSpPr/>
          <p:nvPr/>
        </p:nvSpPr>
        <p:spPr>
          <a:xfrm>
            <a:off x="3429000" y="685800"/>
            <a:ext cx="5028840" cy="388584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Rectangle 95"/>
          <p:cNvSpPr/>
          <p:nvPr/>
        </p:nvSpPr>
        <p:spPr>
          <a:xfrm>
            <a:off x="7772400" y="649800"/>
            <a:ext cx="2285640" cy="3885840"/>
          </a:xfrm>
          <a:prstGeom prst="rect">
            <a:avLst/>
          </a:prstGeom>
          <a:noFill/>
          <a:ln w="12600">
            <a:solidFill>
              <a:srgbClr val="1f497d">
                <a:lumMod val="40000"/>
                <a:lumOff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Box 96"/>
          <p:cNvSpPr/>
          <p:nvPr/>
        </p:nvSpPr>
        <p:spPr>
          <a:xfrm>
            <a:off x="4114800" y="623880"/>
            <a:ext cx="22856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97"/>
          <p:cNvSpPr/>
          <p:nvPr/>
        </p:nvSpPr>
        <p:spPr>
          <a:xfrm>
            <a:off x="8330760" y="613800"/>
            <a:ext cx="12758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traight Connector 98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Straight Connector 99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Straight Connector 100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Straight Connector 10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traight Connector 102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traight Connector 103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traight Connector 104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traight Connector 105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traight Connector 106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Rectangle 107"/>
          <p:cNvSpPr/>
          <p:nvPr/>
        </p:nvSpPr>
        <p:spPr>
          <a:xfrm>
            <a:off x="229032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8" name="Rectangle 108"/>
          <p:cNvSpPr/>
          <p:nvPr/>
        </p:nvSpPr>
        <p:spPr>
          <a:xfrm>
            <a:off x="31327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9" name="Rectangle 109"/>
          <p:cNvSpPr/>
          <p:nvPr/>
        </p:nvSpPr>
        <p:spPr>
          <a:xfrm>
            <a:off x="4047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Rectangle 110"/>
          <p:cNvSpPr/>
          <p:nvPr/>
        </p:nvSpPr>
        <p:spPr>
          <a:xfrm>
            <a:off x="4961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1" name="Rectangle 111"/>
          <p:cNvSpPr/>
          <p:nvPr/>
        </p:nvSpPr>
        <p:spPr>
          <a:xfrm>
            <a:off x="58759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2" name="Rectangle 112"/>
          <p:cNvSpPr/>
          <p:nvPr/>
        </p:nvSpPr>
        <p:spPr>
          <a:xfrm>
            <a:off x="67903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Rectangle 113"/>
          <p:cNvSpPr/>
          <p:nvPr/>
        </p:nvSpPr>
        <p:spPr>
          <a:xfrm>
            <a:off x="7698600" y="4682880"/>
            <a:ext cx="45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4" name="Rectangle 114"/>
          <p:cNvSpPr/>
          <p:nvPr/>
        </p:nvSpPr>
        <p:spPr>
          <a:xfrm>
            <a:off x="8619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5" name="Rectangle 115"/>
          <p:cNvSpPr/>
          <p:nvPr/>
        </p:nvSpPr>
        <p:spPr>
          <a:xfrm>
            <a:off x="9533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6" name="Rectangle 116"/>
          <p:cNvSpPr/>
          <p:nvPr/>
        </p:nvSpPr>
        <p:spPr>
          <a:xfrm>
            <a:off x="140580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7" name="Rectangle 117"/>
          <p:cNvSpPr/>
          <p:nvPr/>
        </p:nvSpPr>
        <p:spPr>
          <a:xfrm>
            <a:off x="4233600" y="5140080"/>
            <a:ext cx="323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8" name="Rectangle 118"/>
          <p:cNvSpPr/>
          <p:nvPr/>
        </p:nvSpPr>
        <p:spPr>
          <a:xfrm>
            <a:off x="658800" y="950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Rectangle 119"/>
          <p:cNvSpPr/>
          <p:nvPr/>
        </p:nvSpPr>
        <p:spPr>
          <a:xfrm>
            <a:off x="586800" y="16362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Rectangle 120"/>
          <p:cNvSpPr/>
          <p:nvPr/>
        </p:nvSpPr>
        <p:spPr>
          <a:xfrm>
            <a:off x="658800" y="2345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 121"/>
          <p:cNvSpPr/>
          <p:nvPr/>
        </p:nvSpPr>
        <p:spPr>
          <a:xfrm>
            <a:off x="550800" y="302148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122"/>
          <p:cNvSpPr/>
          <p:nvPr/>
        </p:nvSpPr>
        <p:spPr>
          <a:xfrm>
            <a:off x="766800" y="3704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Straight Connector 123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Rectangle 124"/>
          <p:cNvSpPr/>
          <p:nvPr/>
        </p:nvSpPr>
        <p:spPr>
          <a:xfrm>
            <a:off x="1576800" y="914760"/>
            <a:ext cx="45201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Rectangle 125"/>
          <p:cNvSpPr/>
          <p:nvPr/>
        </p:nvSpPr>
        <p:spPr>
          <a:xfrm>
            <a:off x="1576800" y="1600200"/>
            <a:ext cx="45201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Rectangle 126"/>
          <p:cNvSpPr/>
          <p:nvPr/>
        </p:nvSpPr>
        <p:spPr>
          <a:xfrm>
            <a:off x="1576800" y="228636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Rectangle 127"/>
          <p:cNvSpPr/>
          <p:nvPr/>
        </p:nvSpPr>
        <p:spPr>
          <a:xfrm>
            <a:off x="1576800" y="297180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28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29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0" name="Rectangle 130"/>
          <p:cNvSpPr/>
          <p:nvPr/>
        </p:nvSpPr>
        <p:spPr>
          <a:xfrm>
            <a:off x="7684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1" name="Rectangle 131"/>
          <p:cNvSpPr/>
          <p:nvPr/>
        </p:nvSpPr>
        <p:spPr>
          <a:xfrm>
            <a:off x="7684200" y="23223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2" name="Rectangle 132"/>
          <p:cNvSpPr/>
          <p:nvPr/>
        </p:nvSpPr>
        <p:spPr>
          <a:xfrm>
            <a:off x="5855400" y="16351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3" name="Rectangle 133"/>
          <p:cNvSpPr/>
          <p:nvPr/>
        </p:nvSpPr>
        <p:spPr>
          <a:xfrm>
            <a:off x="5855400" y="949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4" name="Rectangle 134"/>
          <p:cNvSpPr/>
          <p:nvPr/>
        </p:nvSpPr>
        <p:spPr>
          <a:xfrm>
            <a:off x="7819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5" name="Rectangle 136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6" name="Rectangle 137"/>
          <p:cNvSpPr/>
          <p:nvPr/>
        </p:nvSpPr>
        <p:spPr>
          <a:xfrm>
            <a:off x="6051600" y="30078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7" name="Rectangle 138"/>
          <p:cNvSpPr/>
          <p:nvPr/>
        </p:nvSpPr>
        <p:spPr>
          <a:xfrm>
            <a:off x="6057360" y="23209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8" name="Rectangle 139"/>
          <p:cNvSpPr/>
          <p:nvPr/>
        </p:nvSpPr>
        <p:spPr>
          <a:xfrm>
            <a:off x="4222800" y="9493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9" name="Rectangle 140"/>
          <p:cNvSpPr/>
          <p:nvPr/>
        </p:nvSpPr>
        <p:spPr>
          <a:xfrm>
            <a:off x="4215960" y="16362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0" name="Rectangle 141"/>
          <p:cNvSpPr/>
          <p:nvPr/>
        </p:nvSpPr>
        <p:spPr>
          <a:xfrm>
            <a:off x="3128400" y="2320920"/>
            <a:ext cx="471960" cy="38484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1" name="Rectangle 142"/>
          <p:cNvSpPr/>
          <p:nvPr/>
        </p:nvSpPr>
        <p:spPr>
          <a:xfrm>
            <a:off x="3112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2" name="Rectangle 143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3" name="Group 144"/>
          <p:cNvGrpSpPr/>
          <p:nvPr/>
        </p:nvGrpSpPr>
        <p:grpSpPr>
          <a:xfrm>
            <a:off x="7664400" y="299520"/>
            <a:ext cx="2022480" cy="384840"/>
            <a:chOff x="7664400" y="299520"/>
            <a:chExt cx="2022480" cy="384840"/>
          </a:xfrm>
        </p:grpSpPr>
        <p:sp>
          <p:nvSpPr>
            <p:cNvPr id="144" name="Rectangle 145"/>
            <p:cNvSpPr/>
            <p:nvPr/>
          </p:nvSpPr>
          <p:spPr>
            <a:xfrm>
              <a:off x="7772400" y="33948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Group 146"/>
            <p:cNvGrpSpPr/>
            <p:nvPr/>
          </p:nvGrpSpPr>
          <p:grpSpPr>
            <a:xfrm>
              <a:off x="7664400" y="299520"/>
              <a:ext cx="2022480" cy="384840"/>
              <a:chOff x="7664400" y="299520"/>
              <a:chExt cx="2022480" cy="384840"/>
            </a:xfrm>
          </p:grpSpPr>
          <p:sp>
            <p:nvSpPr>
              <p:cNvPr id="146" name="Rectangle 147"/>
              <p:cNvSpPr/>
              <p:nvPr/>
            </p:nvSpPr>
            <p:spPr>
              <a:xfrm>
                <a:off x="7664400" y="299520"/>
                <a:ext cx="64872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47" name="Rectangle 148"/>
              <p:cNvSpPr/>
              <p:nvPr/>
            </p:nvSpPr>
            <p:spPr>
              <a:xfrm>
                <a:off x="8282520" y="33948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46"/>
          <p:cNvSpPr/>
          <p:nvPr/>
        </p:nvSpPr>
        <p:spPr>
          <a:xfrm>
            <a:off x="22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9" name="Rectangle 47"/>
          <p:cNvSpPr/>
          <p:nvPr/>
        </p:nvSpPr>
        <p:spPr>
          <a:xfrm>
            <a:off x="31327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0" name="Rectangle 48"/>
          <p:cNvSpPr/>
          <p:nvPr/>
        </p:nvSpPr>
        <p:spPr>
          <a:xfrm>
            <a:off x="4047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1" name="Rectangle 49"/>
          <p:cNvSpPr/>
          <p:nvPr/>
        </p:nvSpPr>
        <p:spPr>
          <a:xfrm>
            <a:off x="4961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2" name="Rectangle 50"/>
          <p:cNvSpPr/>
          <p:nvPr/>
        </p:nvSpPr>
        <p:spPr>
          <a:xfrm>
            <a:off x="57150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3" name="Rectangle 51"/>
          <p:cNvSpPr/>
          <p:nvPr/>
        </p:nvSpPr>
        <p:spPr>
          <a:xfrm>
            <a:off x="67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4" name="Rectangle 52"/>
          <p:cNvSpPr/>
          <p:nvPr/>
        </p:nvSpPr>
        <p:spPr>
          <a:xfrm>
            <a:off x="7698600" y="4682880"/>
            <a:ext cx="529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5" name="Rectangle 53"/>
          <p:cNvSpPr/>
          <p:nvPr/>
        </p:nvSpPr>
        <p:spPr>
          <a:xfrm>
            <a:off x="8619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Rectangle 54"/>
          <p:cNvSpPr/>
          <p:nvPr/>
        </p:nvSpPr>
        <p:spPr>
          <a:xfrm>
            <a:off x="9533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Rectangle 55"/>
          <p:cNvSpPr/>
          <p:nvPr/>
        </p:nvSpPr>
        <p:spPr>
          <a:xfrm>
            <a:off x="14058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Rectangle 56"/>
          <p:cNvSpPr/>
          <p:nvPr/>
        </p:nvSpPr>
        <p:spPr>
          <a:xfrm>
            <a:off x="4919400" y="5140080"/>
            <a:ext cx="7941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9" name="Rectangle 59"/>
          <p:cNvSpPr/>
          <p:nvPr/>
        </p:nvSpPr>
        <p:spPr>
          <a:xfrm>
            <a:off x="465120" y="2345400"/>
            <a:ext cx="11804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0" name="Rectangle 60"/>
          <p:cNvSpPr/>
          <p:nvPr/>
        </p:nvSpPr>
        <p:spPr>
          <a:xfrm>
            <a:off x="408600" y="3021480"/>
            <a:ext cx="134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1" name="Rectangle 61"/>
          <p:cNvSpPr/>
          <p:nvPr/>
        </p:nvSpPr>
        <p:spPr>
          <a:xfrm>
            <a:off x="541800" y="3704400"/>
            <a:ext cx="1103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62" name="Group 1"/>
          <p:cNvGrpSpPr/>
          <p:nvPr/>
        </p:nvGrpSpPr>
        <p:grpSpPr>
          <a:xfrm>
            <a:off x="1576800" y="2089800"/>
            <a:ext cx="8178120" cy="2253600"/>
            <a:chOff x="1576800" y="2089800"/>
            <a:chExt cx="8178120" cy="2253600"/>
          </a:xfrm>
        </p:grpSpPr>
        <p:sp>
          <p:nvSpPr>
            <p:cNvPr id="163" name="Straight Connector 37"/>
            <p:cNvSpPr/>
            <p:nvPr/>
          </p:nvSpPr>
          <p:spPr>
            <a:xfrm>
              <a:off x="51832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Straight Connector 38"/>
            <p:cNvSpPr/>
            <p:nvPr/>
          </p:nvSpPr>
          <p:spPr>
            <a:xfrm>
              <a:off x="42688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Straight Connector 39"/>
            <p:cNvSpPr/>
            <p:nvPr/>
          </p:nvSpPr>
          <p:spPr>
            <a:xfrm>
              <a:off x="33548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Straight Connector 40"/>
            <p:cNvSpPr/>
            <p:nvPr/>
          </p:nvSpPr>
          <p:spPr>
            <a:xfrm>
              <a:off x="24404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Straight Connector 41"/>
            <p:cNvSpPr/>
            <p:nvPr/>
          </p:nvSpPr>
          <p:spPr>
            <a:xfrm>
              <a:off x="6097680" y="2119320"/>
              <a:ext cx="360" cy="22240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Straight Connector 42"/>
            <p:cNvSpPr/>
            <p:nvPr/>
          </p:nvSpPr>
          <p:spPr>
            <a:xfrm>
              <a:off x="701172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Straight Connector 43"/>
            <p:cNvSpPr/>
            <p:nvPr/>
          </p:nvSpPr>
          <p:spPr>
            <a:xfrm>
              <a:off x="79257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Straight Connector 44"/>
            <p:cNvSpPr/>
            <p:nvPr/>
          </p:nvSpPr>
          <p:spPr>
            <a:xfrm>
              <a:off x="88401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Straight Connector 45"/>
            <p:cNvSpPr/>
            <p:nvPr/>
          </p:nvSpPr>
          <p:spPr>
            <a:xfrm>
              <a:off x="97545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Straight Connector 62"/>
            <p:cNvSpPr/>
            <p:nvPr/>
          </p:nvSpPr>
          <p:spPr>
            <a:xfrm>
              <a:off x="1576800" y="2090160"/>
              <a:ext cx="0" cy="225324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3" name="Rectangle 63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Rectangle 64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5" name="Rectangle 65"/>
          <p:cNvSpPr/>
          <p:nvPr/>
        </p:nvSpPr>
        <p:spPr>
          <a:xfrm>
            <a:off x="7855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6" name="Rectangle 67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77" name="Group 68"/>
          <p:cNvGrpSpPr/>
          <p:nvPr/>
        </p:nvGrpSpPr>
        <p:grpSpPr>
          <a:xfrm>
            <a:off x="1575000" y="2286360"/>
            <a:ext cx="1778760" cy="1140840"/>
            <a:chOff x="1575000" y="2286360"/>
            <a:chExt cx="1778760" cy="1140840"/>
          </a:xfrm>
        </p:grpSpPr>
        <p:sp>
          <p:nvSpPr>
            <p:cNvPr id="178" name="Rectangle 76"/>
            <p:cNvSpPr/>
            <p:nvPr/>
          </p:nvSpPr>
          <p:spPr>
            <a:xfrm>
              <a:off x="1576800" y="2286360"/>
              <a:ext cx="17769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Rectangle 78"/>
            <p:cNvSpPr/>
            <p:nvPr/>
          </p:nvSpPr>
          <p:spPr>
            <a:xfrm>
              <a:off x="1575000" y="2971800"/>
              <a:ext cx="17787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0" name="Group 79"/>
          <p:cNvGrpSpPr/>
          <p:nvPr/>
        </p:nvGrpSpPr>
        <p:grpSpPr>
          <a:xfrm>
            <a:off x="3355200" y="2286360"/>
            <a:ext cx="6636960" cy="1140840"/>
            <a:chOff x="3355200" y="2286360"/>
            <a:chExt cx="6636960" cy="1140840"/>
          </a:xfrm>
        </p:grpSpPr>
        <p:sp>
          <p:nvSpPr>
            <p:cNvPr id="181" name="Rectangle 80"/>
            <p:cNvSpPr/>
            <p:nvPr/>
          </p:nvSpPr>
          <p:spPr>
            <a:xfrm>
              <a:off x="3355200" y="228636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Rectangle 81"/>
            <p:cNvSpPr/>
            <p:nvPr/>
          </p:nvSpPr>
          <p:spPr>
            <a:xfrm>
              <a:off x="3355200" y="297180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Rectangle 82"/>
            <p:cNvSpPr/>
            <p:nvPr/>
          </p:nvSpPr>
          <p:spPr>
            <a:xfrm>
              <a:off x="9520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4" name="Rectangle 83"/>
            <p:cNvSpPr/>
            <p:nvPr/>
          </p:nvSpPr>
          <p:spPr>
            <a:xfrm>
              <a:off x="9520200" y="23223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5" name="Rectangle 84"/>
            <p:cNvSpPr/>
            <p:nvPr/>
          </p:nvSpPr>
          <p:spPr>
            <a:xfrm>
              <a:off x="7851600" y="300780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6" name="Rectangle 85"/>
            <p:cNvSpPr/>
            <p:nvPr/>
          </p:nvSpPr>
          <p:spPr>
            <a:xfrm>
              <a:off x="7857360" y="232092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7" name="Rectangle 86"/>
            <p:cNvSpPr/>
            <p:nvPr/>
          </p:nvSpPr>
          <p:spPr>
            <a:xfrm>
              <a:off x="4964400" y="2320920"/>
              <a:ext cx="471960" cy="38484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8" name="Rectangle 87"/>
            <p:cNvSpPr/>
            <p:nvPr/>
          </p:nvSpPr>
          <p:spPr>
            <a:xfrm>
              <a:off x="4948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89" name="Rectangle 88"/>
          <p:cNvSpPr/>
          <p:nvPr/>
        </p:nvSpPr>
        <p:spPr>
          <a:xfrm rot="16180800">
            <a:off x="-459360" y="30686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90" name="Group 89"/>
          <p:cNvGrpSpPr/>
          <p:nvPr/>
        </p:nvGrpSpPr>
        <p:grpSpPr>
          <a:xfrm>
            <a:off x="433080" y="5032800"/>
            <a:ext cx="2007360" cy="384840"/>
            <a:chOff x="433080" y="5032800"/>
            <a:chExt cx="2007360" cy="384840"/>
          </a:xfrm>
        </p:grpSpPr>
        <p:sp>
          <p:nvSpPr>
            <p:cNvPr id="191" name="Rectangle 90"/>
            <p:cNvSpPr/>
            <p:nvPr/>
          </p:nvSpPr>
          <p:spPr>
            <a:xfrm>
              <a:off x="613080" y="507276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92" name="Group 91"/>
            <p:cNvGrpSpPr/>
            <p:nvPr/>
          </p:nvGrpSpPr>
          <p:grpSpPr>
            <a:xfrm>
              <a:off x="433080" y="5032800"/>
              <a:ext cx="1986480" cy="384840"/>
              <a:chOff x="433080" y="5032800"/>
              <a:chExt cx="1986480" cy="384840"/>
            </a:xfrm>
          </p:grpSpPr>
          <p:sp>
            <p:nvSpPr>
              <p:cNvPr id="193" name="Rectangle 92"/>
              <p:cNvSpPr/>
              <p:nvPr/>
            </p:nvSpPr>
            <p:spPr>
              <a:xfrm>
                <a:off x="433080" y="5032800"/>
                <a:ext cx="61200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94" name="Rectangle 93"/>
              <p:cNvSpPr/>
              <p:nvPr/>
            </p:nvSpPr>
            <p:spPr>
              <a:xfrm>
                <a:off x="1015200" y="507276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195" name="Rectangle 94"/>
          <p:cNvSpPr/>
          <p:nvPr/>
        </p:nvSpPr>
        <p:spPr>
          <a:xfrm>
            <a:off x="3429000" y="1937520"/>
            <a:ext cx="5028840" cy="263412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Rectangle 95"/>
          <p:cNvSpPr/>
          <p:nvPr/>
        </p:nvSpPr>
        <p:spPr>
          <a:xfrm>
            <a:off x="7772400" y="1865880"/>
            <a:ext cx="2285640" cy="2669760"/>
          </a:xfrm>
          <a:prstGeom prst="rect">
            <a:avLst/>
          </a:prstGeom>
          <a:noFill/>
          <a:ln w="12600">
            <a:solidFill>
              <a:srgbClr val="1f497d">
                <a:lumMod val="40000"/>
                <a:lumOff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Box 96"/>
          <p:cNvSpPr/>
          <p:nvPr/>
        </p:nvSpPr>
        <p:spPr>
          <a:xfrm>
            <a:off x="4114800" y="1552680"/>
            <a:ext cx="22856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98" name="TextBox 97"/>
          <p:cNvSpPr/>
          <p:nvPr/>
        </p:nvSpPr>
        <p:spPr>
          <a:xfrm>
            <a:off x="8330760" y="1542600"/>
            <a:ext cx="12758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07"/>
          <p:cNvSpPr/>
          <p:nvPr/>
        </p:nvSpPr>
        <p:spPr>
          <a:xfrm>
            <a:off x="229032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0" name="Rectangle 108"/>
          <p:cNvSpPr/>
          <p:nvPr/>
        </p:nvSpPr>
        <p:spPr>
          <a:xfrm>
            <a:off x="31327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1" name="Rectangle 109"/>
          <p:cNvSpPr/>
          <p:nvPr/>
        </p:nvSpPr>
        <p:spPr>
          <a:xfrm>
            <a:off x="4047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2" name="Rectangle 110"/>
          <p:cNvSpPr/>
          <p:nvPr/>
        </p:nvSpPr>
        <p:spPr>
          <a:xfrm>
            <a:off x="4961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3" name="Rectangle 111"/>
          <p:cNvSpPr/>
          <p:nvPr/>
        </p:nvSpPr>
        <p:spPr>
          <a:xfrm>
            <a:off x="58759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4" name="Rectangle 112"/>
          <p:cNvSpPr/>
          <p:nvPr/>
        </p:nvSpPr>
        <p:spPr>
          <a:xfrm>
            <a:off x="67903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5" name="Rectangle 113"/>
          <p:cNvSpPr/>
          <p:nvPr/>
        </p:nvSpPr>
        <p:spPr>
          <a:xfrm>
            <a:off x="7698600" y="4682880"/>
            <a:ext cx="45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6" name="Rectangle 114"/>
          <p:cNvSpPr/>
          <p:nvPr/>
        </p:nvSpPr>
        <p:spPr>
          <a:xfrm>
            <a:off x="8619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7" name="Rectangle 115"/>
          <p:cNvSpPr/>
          <p:nvPr/>
        </p:nvSpPr>
        <p:spPr>
          <a:xfrm>
            <a:off x="9533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8" name="Rectangle 116"/>
          <p:cNvSpPr/>
          <p:nvPr/>
        </p:nvSpPr>
        <p:spPr>
          <a:xfrm>
            <a:off x="140580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9" name="Rectangle 117"/>
          <p:cNvSpPr/>
          <p:nvPr/>
        </p:nvSpPr>
        <p:spPr>
          <a:xfrm>
            <a:off x="4233600" y="5140080"/>
            <a:ext cx="323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Rectangle 120"/>
          <p:cNvSpPr/>
          <p:nvPr/>
        </p:nvSpPr>
        <p:spPr>
          <a:xfrm>
            <a:off x="658800" y="2345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1" name="Rectangle 121"/>
          <p:cNvSpPr/>
          <p:nvPr/>
        </p:nvSpPr>
        <p:spPr>
          <a:xfrm>
            <a:off x="550800" y="302148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2" name="Rectangle 122"/>
          <p:cNvSpPr/>
          <p:nvPr/>
        </p:nvSpPr>
        <p:spPr>
          <a:xfrm>
            <a:off x="766800" y="3704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213" name="Group 1"/>
          <p:cNvGrpSpPr/>
          <p:nvPr/>
        </p:nvGrpSpPr>
        <p:grpSpPr>
          <a:xfrm>
            <a:off x="1576800" y="2039040"/>
            <a:ext cx="8179560" cy="2304360"/>
            <a:chOff x="1576800" y="2039040"/>
            <a:chExt cx="8179560" cy="2304360"/>
          </a:xfrm>
        </p:grpSpPr>
        <p:sp>
          <p:nvSpPr>
            <p:cNvPr id="214" name="Straight Connector 98"/>
            <p:cNvSpPr/>
            <p:nvPr/>
          </p:nvSpPr>
          <p:spPr>
            <a:xfrm>
              <a:off x="5184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5" name="Straight Connector 99"/>
            <p:cNvSpPr/>
            <p:nvPr/>
          </p:nvSpPr>
          <p:spPr>
            <a:xfrm>
              <a:off x="4269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6" name="Straight Connector 100"/>
            <p:cNvSpPr/>
            <p:nvPr/>
          </p:nvSpPr>
          <p:spPr>
            <a:xfrm>
              <a:off x="3355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7" name="Straight Connector 101"/>
            <p:cNvSpPr/>
            <p:nvPr/>
          </p:nvSpPr>
          <p:spPr>
            <a:xfrm>
              <a:off x="2440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8" name="Straight Connector 102"/>
            <p:cNvSpPr/>
            <p:nvPr/>
          </p:nvSpPr>
          <p:spPr>
            <a:xfrm>
              <a:off x="60984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9" name="Straight Connector 103"/>
            <p:cNvSpPr/>
            <p:nvPr/>
          </p:nvSpPr>
          <p:spPr>
            <a:xfrm>
              <a:off x="7012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0" name="Straight Connector 104"/>
            <p:cNvSpPr/>
            <p:nvPr/>
          </p:nvSpPr>
          <p:spPr>
            <a:xfrm>
              <a:off x="7927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1" name="Straight Connector 105"/>
            <p:cNvSpPr/>
            <p:nvPr/>
          </p:nvSpPr>
          <p:spPr>
            <a:xfrm>
              <a:off x="8841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2" name="Straight Connector 106"/>
            <p:cNvSpPr/>
            <p:nvPr/>
          </p:nvSpPr>
          <p:spPr>
            <a:xfrm>
              <a:off x="9756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3" name="Straight Connector 123"/>
            <p:cNvSpPr/>
            <p:nvPr/>
          </p:nvSpPr>
          <p:spPr>
            <a:xfrm>
              <a:off x="1576800" y="2039400"/>
              <a:ext cx="360" cy="23040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24" name="Rectangle 126"/>
          <p:cNvSpPr/>
          <p:nvPr/>
        </p:nvSpPr>
        <p:spPr>
          <a:xfrm>
            <a:off x="1576800" y="228636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Rectangle 127"/>
          <p:cNvSpPr/>
          <p:nvPr/>
        </p:nvSpPr>
        <p:spPr>
          <a:xfrm>
            <a:off x="1576800" y="297180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Rectangle 128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Rectangle 129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8" name="Rectangle 130"/>
          <p:cNvSpPr/>
          <p:nvPr/>
        </p:nvSpPr>
        <p:spPr>
          <a:xfrm>
            <a:off x="7684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9" name="Rectangle 131"/>
          <p:cNvSpPr/>
          <p:nvPr/>
        </p:nvSpPr>
        <p:spPr>
          <a:xfrm>
            <a:off x="7684200" y="23223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0" name="Rectangle 134"/>
          <p:cNvSpPr/>
          <p:nvPr/>
        </p:nvSpPr>
        <p:spPr>
          <a:xfrm>
            <a:off x="7819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1" name="Rectangle 136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2" name="Rectangle 137"/>
          <p:cNvSpPr/>
          <p:nvPr/>
        </p:nvSpPr>
        <p:spPr>
          <a:xfrm>
            <a:off x="6051600" y="30078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3" name="Rectangle 138"/>
          <p:cNvSpPr/>
          <p:nvPr/>
        </p:nvSpPr>
        <p:spPr>
          <a:xfrm>
            <a:off x="6057360" y="23209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4" name="Rectangle 141"/>
          <p:cNvSpPr/>
          <p:nvPr/>
        </p:nvSpPr>
        <p:spPr>
          <a:xfrm>
            <a:off x="3128400" y="2320920"/>
            <a:ext cx="471960" cy="38484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5" name="Rectangle 142"/>
          <p:cNvSpPr/>
          <p:nvPr/>
        </p:nvSpPr>
        <p:spPr>
          <a:xfrm>
            <a:off x="3112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6" name="Rectangle 143"/>
          <p:cNvSpPr/>
          <p:nvPr/>
        </p:nvSpPr>
        <p:spPr>
          <a:xfrm rot="16180800">
            <a:off x="-362880" y="301356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37" name="Group 144"/>
          <p:cNvGrpSpPr/>
          <p:nvPr/>
        </p:nvGrpSpPr>
        <p:grpSpPr>
          <a:xfrm>
            <a:off x="394560" y="5011920"/>
            <a:ext cx="2022480" cy="384840"/>
            <a:chOff x="394560" y="5011920"/>
            <a:chExt cx="2022480" cy="384840"/>
          </a:xfrm>
        </p:grpSpPr>
        <p:sp>
          <p:nvSpPr>
            <p:cNvPr id="238" name="Rectangle 145"/>
            <p:cNvSpPr/>
            <p:nvPr/>
          </p:nvSpPr>
          <p:spPr>
            <a:xfrm>
              <a:off x="502560" y="505188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9" name="Group 146"/>
            <p:cNvGrpSpPr/>
            <p:nvPr/>
          </p:nvGrpSpPr>
          <p:grpSpPr>
            <a:xfrm>
              <a:off x="394560" y="5011920"/>
              <a:ext cx="2022480" cy="384840"/>
              <a:chOff x="394560" y="5011920"/>
              <a:chExt cx="2022480" cy="384840"/>
            </a:xfrm>
          </p:grpSpPr>
          <p:sp>
            <p:nvSpPr>
              <p:cNvPr id="240" name="Rectangle 147"/>
              <p:cNvSpPr/>
              <p:nvPr/>
            </p:nvSpPr>
            <p:spPr>
              <a:xfrm>
                <a:off x="394560" y="5011920"/>
                <a:ext cx="64872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41" name="Rectangle 148"/>
              <p:cNvSpPr/>
              <p:nvPr/>
            </p:nvSpPr>
            <p:spPr>
              <a:xfrm>
                <a:off x="1012680" y="505188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traight Connector 37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Straight Connector 38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Straight Connector 39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Straight Connector 40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Straight Connector 41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traight Connector 42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Straight Connector 43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Straight Connector 44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Straight Connector 45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Rectangle 46_1"/>
          <p:cNvSpPr/>
          <p:nvPr/>
        </p:nvSpPr>
        <p:spPr>
          <a:xfrm>
            <a:off x="22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2" name="Rectangle 47_1"/>
          <p:cNvSpPr/>
          <p:nvPr/>
        </p:nvSpPr>
        <p:spPr>
          <a:xfrm>
            <a:off x="31327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3" name="Rectangle 48_1"/>
          <p:cNvSpPr/>
          <p:nvPr/>
        </p:nvSpPr>
        <p:spPr>
          <a:xfrm>
            <a:off x="4047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4" name="Rectangle 49_1"/>
          <p:cNvSpPr/>
          <p:nvPr/>
        </p:nvSpPr>
        <p:spPr>
          <a:xfrm>
            <a:off x="4961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5" name="Rectangle 50_1"/>
          <p:cNvSpPr/>
          <p:nvPr/>
        </p:nvSpPr>
        <p:spPr>
          <a:xfrm>
            <a:off x="57150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6" name="Rectangle 51_1"/>
          <p:cNvSpPr/>
          <p:nvPr/>
        </p:nvSpPr>
        <p:spPr>
          <a:xfrm>
            <a:off x="67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7" name="Rectangle 52_1"/>
          <p:cNvSpPr/>
          <p:nvPr/>
        </p:nvSpPr>
        <p:spPr>
          <a:xfrm>
            <a:off x="7698600" y="4682880"/>
            <a:ext cx="529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8" name="Rectangle 53_1"/>
          <p:cNvSpPr/>
          <p:nvPr/>
        </p:nvSpPr>
        <p:spPr>
          <a:xfrm>
            <a:off x="8619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9" name="Rectangle 54_1"/>
          <p:cNvSpPr/>
          <p:nvPr/>
        </p:nvSpPr>
        <p:spPr>
          <a:xfrm>
            <a:off x="9533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Rectangle 55_1"/>
          <p:cNvSpPr/>
          <p:nvPr/>
        </p:nvSpPr>
        <p:spPr>
          <a:xfrm>
            <a:off x="14058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1" name="Rectangle 56_1"/>
          <p:cNvSpPr/>
          <p:nvPr/>
        </p:nvSpPr>
        <p:spPr>
          <a:xfrm>
            <a:off x="4919400" y="5140080"/>
            <a:ext cx="7941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2" name="Rectangle 57_1"/>
          <p:cNvSpPr/>
          <p:nvPr/>
        </p:nvSpPr>
        <p:spPr>
          <a:xfrm>
            <a:off x="457200" y="950400"/>
            <a:ext cx="1224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3" name="Rectangle 58_1"/>
          <p:cNvSpPr/>
          <p:nvPr/>
        </p:nvSpPr>
        <p:spPr>
          <a:xfrm>
            <a:off x="408600" y="1636200"/>
            <a:ext cx="1380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4" name="Rectangle 59_1"/>
          <p:cNvSpPr/>
          <p:nvPr/>
        </p:nvSpPr>
        <p:spPr>
          <a:xfrm>
            <a:off x="465120" y="2345400"/>
            <a:ext cx="11804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5" name="Rectangle 60_1"/>
          <p:cNvSpPr/>
          <p:nvPr/>
        </p:nvSpPr>
        <p:spPr>
          <a:xfrm>
            <a:off x="408600" y="3021480"/>
            <a:ext cx="134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6" name="Rectangle 61_1"/>
          <p:cNvSpPr/>
          <p:nvPr/>
        </p:nvSpPr>
        <p:spPr>
          <a:xfrm>
            <a:off x="541800" y="3704400"/>
            <a:ext cx="1103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7" name="Straight Connector 62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8" name="Rectangle 63_1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Rectangle 64_1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0" name="Rectangle 65_1"/>
          <p:cNvSpPr/>
          <p:nvPr/>
        </p:nvSpPr>
        <p:spPr>
          <a:xfrm>
            <a:off x="7855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1" name="Rectangle 67_1"/>
          <p:cNvSpPr/>
          <p:nvPr/>
        </p:nvSpPr>
        <p:spPr>
          <a:xfrm>
            <a:off x="3571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272" name="Group 68_1"/>
          <p:cNvGrpSpPr/>
          <p:nvPr/>
        </p:nvGrpSpPr>
        <p:grpSpPr>
          <a:xfrm>
            <a:off x="1575000" y="914400"/>
            <a:ext cx="8397360" cy="2512800"/>
            <a:chOff x="1575000" y="914400"/>
            <a:chExt cx="8397360" cy="2512800"/>
          </a:xfrm>
        </p:grpSpPr>
        <p:sp>
          <p:nvSpPr>
            <p:cNvPr id="273" name="Rectangle 69_1"/>
            <p:cNvSpPr/>
            <p:nvPr/>
          </p:nvSpPr>
          <p:spPr>
            <a:xfrm>
              <a:off x="6098400" y="914400"/>
              <a:ext cx="3643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4" name="Rectangle 70_1"/>
            <p:cNvSpPr/>
            <p:nvPr/>
          </p:nvSpPr>
          <p:spPr>
            <a:xfrm>
              <a:off x="6098760" y="1599840"/>
              <a:ext cx="364320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5" name="Rectangle 71_1"/>
            <p:cNvSpPr/>
            <p:nvPr/>
          </p:nvSpPr>
          <p:spPr>
            <a:xfrm>
              <a:off x="9500400" y="16347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6" name="Rectangle 72_1"/>
            <p:cNvSpPr/>
            <p:nvPr/>
          </p:nvSpPr>
          <p:spPr>
            <a:xfrm>
              <a:off x="9500400" y="9489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7" name="Rectangle 73_1"/>
            <p:cNvSpPr/>
            <p:nvPr/>
          </p:nvSpPr>
          <p:spPr>
            <a:xfrm>
              <a:off x="7867800" y="94896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8" name="Rectangle 74_1"/>
            <p:cNvSpPr/>
            <p:nvPr/>
          </p:nvSpPr>
          <p:spPr>
            <a:xfrm>
              <a:off x="7860960" y="163584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9" name="Rectangle 75_1"/>
            <p:cNvSpPr/>
            <p:nvPr/>
          </p:nvSpPr>
          <p:spPr>
            <a:xfrm>
              <a:off x="1576800" y="914400"/>
              <a:ext cx="45219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0" name="Rectangle 76_1"/>
            <p:cNvSpPr/>
            <p:nvPr/>
          </p:nvSpPr>
          <p:spPr>
            <a:xfrm>
              <a:off x="1576800" y="2286360"/>
              <a:ext cx="230940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1" name="Rectangle 77_1"/>
            <p:cNvSpPr/>
            <p:nvPr/>
          </p:nvSpPr>
          <p:spPr>
            <a:xfrm>
              <a:off x="1576800" y="1600560"/>
              <a:ext cx="45219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2" name="Rectangle 78_1"/>
            <p:cNvSpPr/>
            <p:nvPr/>
          </p:nvSpPr>
          <p:spPr>
            <a:xfrm>
              <a:off x="1575000" y="2971800"/>
              <a:ext cx="231120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83" name="Group 79_1"/>
          <p:cNvGrpSpPr/>
          <p:nvPr/>
        </p:nvGrpSpPr>
        <p:grpSpPr>
          <a:xfrm>
            <a:off x="3886200" y="2286360"/>
            <a:ext cx="6105960" cy="1140840"/>
            <a:chOff x="3886200" y="2286360"/>
            <a:chExt cx="6105960" cy="1140840"/>
          </a:xfrm>
        </p:grpSpPr>
        <p:sp>
          <p:nvSpPr>
            <p:cNvPr id="284" name="Rectangle 80_1"/>
            <p:cNvSpPr/>
            <p:nvPr/>
          </p:nvSpPr>
          <p:spPr>
            <a:xfrm>
              <a:off x="3886200" y="2286360"/>
              <a:ext cx="5875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5" name="Rectangle 81_1"/>
            <p:cNvSpPr/>
            <p:nvPr/>
          </p:nvSpPr>
          <p:spPr>
            <a:xfrm>
              <a:off x="3886200" y="2971800"/>
              <a:ext cx="5875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6" name="Rectangle 82_1"/>
            <p:cNvSpPr/>
            <p:nvPr/>
          </p:nvSpPr>
          <p:spPr>
            <a:xfrm>
              <a:off x="9520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7" name="Rectangle 83_1"/>
            <p:cNvSpPr/>
            <p:nvPr/>
          </p:nvSpPr>
          <p:spPr>
            <a:xfrm>
              <a:off x="9520200" y="23223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8" name="Rectangle 84_1"/>
            <p:cNvSpPr/>
            <p:nvPr/>
          </p:nvSpPr>
          <p:spPr>
            <a:xfrm>
              <a:off x="7851600" y="300780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9" name="Rectangle 85_1"/>
            <p:cNvSpPr/>
            <p:nvPr/>
          </p:nvSpPr>
          <p:spPr>
            <a:xfrm>
              <a:off x="7857360" y="232092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0" name="Rectangle 86_1"/>
            <p:cNvSpPr/>
            <p:nvPr/>
          </p:nvSpPr>
          <p:spPr>
            <a:xfrm>
              <a:off x="4964400" y="2320920"/>
              <a:ext cx="471960" cy="38484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1" name="Rectangle 87_1"/>
            <p:cNvSpPr/>
            <p:nvPr/>
          </p:nvSpPr>
          <p:spPr>
            <a:xfrm>
              <a:off x="4948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292" name="Rectangle 88_1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93" name="Group 89_1"/>
          <p:cNvGrpSpPr/>
          <p:nvPr/>
        </p:nvGrpSpPr>
        <p:grpSpPr>
          <a:xfrm>
            <a:off x="7592400" y="228600"/>
            <a:ext cx="2007360" cy="384840"/>
            <a:chOff x="7592400" y="228600"/>
            <a:chExt cx="2007360" cy="384840"/>
          </a:xfrm>
        </p:grpSpPr>
        <p:sp>
          <p:nvSpPr>
            <p:cNvPr id="294" name="Rectangle 90_1"/>
            <p:cNvSpPr/>
            <p:nvPr/>
          </p:nvSpPr>
          <p:spPr>
            <a:xfrm>
              <a:off x="7772400" y="26856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95" name="Group 91_1"/>
            <p:cNvGrpSpPr/>
            <p:nvPr/>
          </p:nvGrpSpPr>
          <p:grpSpPr>
            <a:xfrm>
              <a:off x="7592400" y="228600"/>
              <a:ext cx="1986480" cy="384840"/>
              <a:chOff x="7592400" y="228600"/>
              <a:chExt cx="1986480" cy="384840"/>
            </a:xfrm>
          </p:grpSpPr>
          <p:sp>
            <p:nvSpPr>
              <p:cNvPr id="296" name="Rectangle 92_1"/>
              <p:cNvSpPr/>
              <p:nvPr/>
            </p:nvSpPr>
            <p:spPr>
              <a:xfrm>
                <a:off x="7592400" y="228600"/>
                <a:ext cx="61200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97" name="Rectangle 93_1"/>
              <p:cNvSpPr/>
              <p:nvPr/>
            </p:nvSpPr>
            <p:spPr>
              <a:xfrm>
                <a:off x="8174520" y="26856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298" name="TextBox 96_1"/>
          <p:cNvSpPr/>
          <p:nvPr/>
        </p:nvSpPr>
        <p:spPr>
          <a:xfrm>
            <a:off x="4114800" y="623880"/>
            <a:ext cx="22856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99" name="TextBox 97_1"/>
          <p:cNvSpPr/>
          <p:nvPr/>
        </p:nvSpPr>
        <p:spPr>
          <a:xfrm>
            <a:off x="8330760" y="613800"/>
            <a:ext cx="12758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00" name="Group 89_0"/>
          <p:cNvGrpSpPr/>
          <p:nvPr/>
        </p:nvGrpSpPr>
        <p:grpSpPr>
          <a:xfrm>
            <a:off x="2057400" y="268560"/>
            <a:ext cx="4343400" cy="344880"/>
            <a:chOff x="2057400" y="268560"/>
            <a:chExt cx="4343400" cy="344880"/>
          </a:xfrm>
        </p:grpSpPr>
        <p:sp>
          <p:nvSpPr>
            <p:cNvPr id="301" name="Rectangle 93_0"/>
            <p:cNvSpPr/>
            <p:nvPr/>
          </p:nvSpPr>
          <p:spPr>
            <a:xfrm>
              <a:off x="2057400" y="268560"/>
              <a:ext cx="434340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traight Connector 98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Straight Connector 99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4" name="Straight Connector 100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Straight Connector 101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Straight Connector 102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Straight Connector 103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Straight Connector 104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Straight Connector 105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0" name="Straight Connector 106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Rectangle 107_1"/>
          <p:cNvSpPr/>
          <p:nvPr/>
        </p:nvSpPr>
        <p:spPr>
          <a:xfrm>
            <a:off x="229032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2" name="Rectangle 108_1"/>
          <p:cNvSpPr/>
          <p:nvPr/>
        </p:nvSpPr>
        <p:spPr>
          <a:xfrm>
            <a:off x="31327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3" name="Rectangle 109_1"/>
          <p:cNvSpPr/>
          <p:nvPr/>
        </p:nvSpPr>
        <p:spPr>
          <a:xfrm>
            <a:off x="4047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4" name="Rectangle 110_1"/>
          <p:cNvSpPr/>
          <p:nvPr/>
        </p:nvSpPr>
        <p:spPr>
          <a:xfrm>
            <a:off x="4961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5" name="Rectangle 111_1"/>
          <p:cNvSpPr/>
          <p:nvPr/>
        </p:nvSpPr>
        <p:spPr>
          <a:xfrm>
            <a:off x="58759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6" name="Rectangle 112_1"/>
          <p:cNvSpPr/>
          <p:nvPr/>
        </p:nvSpPr>
        <p:spPr>
          <a:xfrm>
            <a:off x="67903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7" name="Rectangle 113_1"/>
          <p:cNvSpPr/>
          <p:nvPr/>
        </p:nvSpPr>
        <p:spPr>
          <a:xfrm>
            <a:off x="7698600" y="4682880"/>
            <a:ext cx="45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8" name="Rectangle 114_1"/>
          <p:cNvSpPr/>
          <p:nvPr/>
        </p:nvSpPr>
        <p:spPr>
          <a:xfrm>
            <a:off x="8619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9" name="Rectangle 115_1"/>
          <p:cNvSpPr/>
          <p:nvPr/>
        </p:nvSpPr>
        <p:spPr>
          <a:xfrm>
            <a:off x="9533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0" name="Rectangle 116_1"/>
          <p:cNvSpPr/>
          <p:nvPr/>
        </p:nvSpPr>
        <p:spPr>
          <a:xfrm>
            <a:off x="140580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1" name="Rectangle 117_1"/>
          <p:cNvSpPr/>
          <p:nvPr/>
        </p:nvSpPr>
        <p:spPr>
          <a:xfrm>
            <a:off x="4233600" y="5140080"/>
            <a:ext cx="323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2" name="Rectangle 118_1"/>
          <p:cNvSpPr/>
          <p:nvPr/>
        </p:nvSpPr>
        <p:spPr>
          <a:xfrm>
            <a:off x="658800" y="950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3" name="Rectangle 119_1"/>
          <p:cNvSpPr/>
          <p:nvPr/>
        </p:nvSpPr>
        <p:spPr>
          <a:xfrm>
            <a:off x="586800" y="16362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4" name="Rectangle 120_1"/>
          <p:cNvSpPr/>
          <p:nvPr/>
        </p:nvSpPr>
        <p:spPr>
          <a:xfrm>
            <a:off x="658800" y="2345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5" name="Rectangle 121_1"/>
          <p:cNvSpPr/>
          <p:nvPr/>
        </p:nvSpPr>
        <p:spPr>
          <a:xfrm>
            <a:off x="550800" y="302148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6" name="Rectangle 122_1"/>
          <p:cNvSpPr/>
          <p:nvPr/>
        </p:nvSpPr>
        <p:spPr>
          <a:xfrm>
            <a:off x="766800" y="3704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7" name="Straight Connector 123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28" name="Rectangle 124_1"/>
          <p:cNvSpPr/>
          <p:nvPr/>
        </p:nvSpPr>
        <p:spPr>
          <a:xfrm>
            <a:off x="1577160" y="914760"/>
            <a:ext cx="36558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Rectangle 125_1"/>
          <p:cNvSpPr/>
          <p:nvPr/>
        </p:nvSpPr>
        <p:spPr>
          <a:xfrm>
            <a:off x="1577160" y="1600200"/>
            <a:ext cx="36558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Rectangle 126_1"/>
          <p:cNvSpPr/>
          <p:nvPr/>
        </p:nvSpPr>
        <p:spPr>
          <a:xfrm>
            <a:off x="1576800" y="2286360"/>
            <a:ext cx="59670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Rectangle 127_1"/>
          <p:cNvSpPr/>
          <p:nvPr/>
        </p:nvSpPr>
        <p:spPr>
          <a:xfrm>
            <a:off x="1576800" y="2971800"/>
            <a:ext cx="59670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2" name="Rectangle 128_1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Rectangle 129_1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4" name="Rectangle 130_1"/>
          <p:cNvSpPr/>
          <p:nvPr/>
        </p:nvSpPr>
        <p:spPr>
          <a:xfrm>
            <a:off x="7288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5" name="Rectangle 131_1"/>
          <p:cNvSpPr/>
          <p:nvPr/>
        </p:nvSpPr>
        <p:spPr>
          <a:xfrm>
            <a:off x="7288200" y="23223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6" name="Rectangle 132_1"/>
          <p:cNvSpPr/>
          <p:nvPr/>
        </p:nvSpPr>
        <p:spPr>
          <a:xfrm>
            <a:off x="4991400" y="16351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7" name="Rectangle 133_1"/>
          <p:cNvSpPr/>
          <p:nvPr/>
        </p:nvSpPr>
        <p:spPr>
          <a:xfrm>
            <a:off x="4991400" y="949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8" name="Rectangle 134_1"/>
          <p:cNvSpPr/>
          <p:nvPr/>
        </p:nvSpPr>
        <p:spPr>
          <a:xfrm>
            <a:off x="7819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9" name="Rectangle 136_1"/>
          <p:cNvSpPr/>
          <p:nvPr/>
        </p:nvSpPr>
        <p:spPr>
          <a:xfrm>
            <a:off x="328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0" name="Rectangle 137_1"/>
          <p:cNvSpPr/>
          <p:nvPr/>
        </p:nvSpPr>
        <p:spPr>
          <a:xfrm>
            <a:off x="5763600" y="30078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1" name="Rectangle 138_1"/>
          <p:cNvSpPr/>
          <p:nvPr/>
        </p:nvSpPr>
        <p:spPr>
          <a:xfrm>
            <a:off x="5769360" y="23209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2" name="Rectangle 139_1"/>
          <p:cNvSpPr/>
          <p:nvPr/>
        </p:nvSpPr>
        <p:spPr>
          <a:xfrm>
            <a:off x="3286800" y="9493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3" name="Rectangle 140_1"/>
          <p:cNvSpPr/>
          <p:nvPr/>
        </p:nvSpPr>
        <p:spPr>
          <a:xfrm>
            <a:off x="3279960" y="16362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4" name="Rectangle 141_1"/>
          <p:cNvSpPr/>
          <p:nvPr/>
        </p:nvSpPr>
        <p:spPr>
          <a:xfrm>
            <a:off x="2876400" y="2320920"/>
            <a:ext cx="471960" cy="38484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5" name="Rectangle 142_1"/>
          <p:cNvSpPr/>
          <p:nvPr/>
        </p:nvSpPr>
        <p:spPr>
          <a:xfrm>
            <a:off x="2860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6" name="Rectangle 143_1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47" name="Group 144_1"/>
          <p:cNvGrpSpPr/>
          <p:nvPr/>
        </p:nvGrpSpPr>
        <p:grpSpPr>
          <a:xfrm>
            <a:off x="7664400" y="299520"/>
            <a:ext cx="2022480" cy="384840"/>
            <a:chOff x="7664400" y="299520"/>
            <a:chExt cx="2022480" cy="384840"/>
          </a:xfrm>
        </p:grpSpPr>
        <p:sp>
          <p:nvSpPr>
            <p:cNvPr id="348" name="Rectangle 145_1"/>
            <p:cNvSpPr/>
            <p:nvPr/>
          </p:nvSpPr>
          <p:spPr>
            <a:xfrm>
              <a:off x="7772400" y="33948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49" name="Group 146_1"/>
            <p:cNvGrpSpPr/>
            <p:nvPr/>
          </p:nvGrpSpPr>
          <p:grpSpPr>
            <a:xfrm>
              <a:off x="7664400" y="299520"/>
              <a:ext cx="2022480" cy="384840"/>
              <a:chOff x="7664400" y="299520"/>
              <a:chExt cx="2022480" cy="384840"/>
            </a:xfrm>
          </p:grpSpPr>
          <p:sp>
            <p:nvSpPr>
              <p:cNvPr id="350" name="Rectangle 147_1"/>
              <p:cNvSpPr/>
              <p:nvPr/>
            </p:nvSpPr>
            <p:spPr>
              <a:xfrm>
                <a:off x="7664400" y="299520"/>
                <a:ext cx="64872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51" name="Rectangle 148_1"/>
              <p:cNvSpPr/>
              <p:nvPr/>
            </p:nvSpPr>
            <p:spPr>
              <a:xfrm>
                <a:off x="8282520" y="33948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52" name="Group 89_2"/>
          <p:cNvGrpSpPr/>
          <p:nvPr/>
        </p:nvGrpSpPr>
        <p:grpSpPr>
          <a:xfrm>
            <a:off x="2057400" y="268560"/>
            <a:ext cx="4343400" cy="344880"/>
            <a:chOff x="2057400" y="268560"/>
            <a:chExt cx="4343400" cy="344880"/>
          </a:xfrm>
        </p:grpSpPr>
        <p:sp>
          <p:nvSpPr>
            <p:cNvPr id="353" name="Rectangle 93_2"/>
            <p:cNvSpPr/>
            <p:nvPr/>
          </p:nvSpPr>
          <p:spPr>
            <a:xfrm>
              <a:off x="2057400" y="268560"/>
              <a:ext cx="434340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3173</TotalTime>
  <Application>LibreOffice/7.1.5.2$Windows_X86_64 LibreOffice_project/85f04e9f809797b8199d13c421bd8a2b025d52b5</Application>
  <AppVersion>15.0000</AppVersion>
  <Words>244</Words>
  <Paragraphs>168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2022-04-13T13:59:55Z</dcterms:modified>
  <cp:revision>18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4</vt:i4>
  </property>
</Properties>
</file>